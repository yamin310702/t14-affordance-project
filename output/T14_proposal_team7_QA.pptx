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c0670a76e94f32" /><Relationship Type="http://schemas.openxmlformats.org/officeDocument/2006/relationships/extended-properties" Target="/docProps/app.xml" Id="Rc5d70e58dd904cba" /><Relationship Type="http://schemas.openxmlformats.org/officeDocument/2006/relationships/officeDocument" Target="/ppt/presentation.xml" Id="R91f28c1027bf4bb4" /></Relationships>
</file>

<file path=ppt/presentation.xml><?xml version="1.0" encoding="utf-8"?>
<p:presentation xmlns:p="http://schemas.openxmlformats.org/presentationml/2006/main">
  <p:sldMasterIdLst>
    <p:sldMasterId xmlns:r="http://schemas.openxmlformats.org/officeDocument/2006/relationships" id="2147483648" r:id="Ra43a6773484949c3"/>
  </p:sldMasterIdLst>
  <p:notesMasterIdLst>
    <p:notesMasterId xmlns:r="http://schemas.openxmlformats.org/officeDocument/2006/relationships" r:id="R36a2926e60f942f5"/>
  </p:notesMasterIdLst>
  <p:sldIdLst>
    <p:sldId xmlns:r="http://schemas.openxmlformats.org/officeDocument/2006/relationships" id="256" r:id="R143d4dba78844f68"/>
    <p:sldId xmlns:r="http://schemas.openxmlformats.org/officeDocument/2006/relationships" id="257" r:id="Rd1965c8848c14501"/>
    <p:sldId xmlns:r="http://schemas.openxmlformats.org/officeDocument/2006/relationships" id="258" r:id="R59d18e24aa8c43a7"/>
    <p:sldId xmlns:r="http://schemas.openxmlformats.org/officeDocument/2006/relationships" id="259" r:id="R57c0dff7dd31467d"/>
    <p:sldId xmlns:r="http://schemas.openxmlformats.org/officeDocument/2006/relationships" id="260" r:id="Rf1cab2130c864622"/>
    <p:sldId xmlns:r="http://schemas.openxmlformats.org/officeDocument/2006/relationships" id="261" r:id="Rdcd281e28da44606"/>
    <p:sldId xmlns:r="http://schemas.openxmlformats.org/officeDocument/2006/relationships" id="262" r:id="Rc3ef9b346a804b2b"/>
    <p:sldId xmlns:r="http://schemas.openxmlformats.org/officeDocument/2006/relationships" id="263" r:id="R730c28b6ce154b01"/>
    <p:sldId xmlns:r="http://schemas.openxmlformats.org/officeDocument/2006/relationships" id="264" r:id="R1d2eda32b4f2449b"/>
    <p:sldId xmlns:r="http://schemas.openxmlformats.org/officeDocument/2006/relationships" id="265" r:id="Rc45884715cde497c"/>
    <p:sldId xmlns:r="http://schemas.openxmlformats.org/officeDocument/2006/relationships" id="266" r:id="R7dbf364862c4439e"/>
    <p:sldId xmlns:r="http://schemas.openxmlformats.org/officeDocument/2006/relationships" id="267" r:id="Refeff23f41ec46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dcfc0f29f74a6d" /><Relationship Type="http://schemas.openxmlformats.org/officeDocument/2006/relationships/slideMaster" Target="/ppt/slideMasters/slideMaster1.xml" Id="Ra43a6773484949c3" /><Relationship Type="http://schemas.openxmlformats.org/officeDocument/2006/relationships/notesMaster" Target="/ppt/notesMasters/notesMaster1.xml" Id="R36a2926e60f942f5" /><Relationship Type="http://schemas.openxmlformats.org/officeDocument/2006/relationships/presProps" Target="/ppt/presProps.xml" Id="Rb8455da16f55425c" /><Relationship Type="http://schemas.openxmlformats.org/officeDocument/2006/relationships/tableStyles" Target="/ppt/tableStyles.xml" Id="Rb1bb94b972da4267" /><Relationship Type="http://schemas.openxmlformats.org/officeDocument/2006/relationships/slide" Target="/ppt/slides/slide1.xml" Id="R143d4dba78844f68" /><Relationship Type="http://schemas.openxmlformats.org/officeDocument/2006/relationships/slide" Target="/ppt/slides/slide2.xml" Id="Rd1965c8848c14501" /><Relationship Type="http://schemas.openxmlformats.org/officeDocument/2006/relationships/slide" Target="/ppt/slides/slide3.xml" Id="R59d18e24aa8c43a7" /><Relationship Type="http://schemas.openxmlformats.org/officeDocument/2006/relationships/slide" Target="/ppt/slides/slide4.xml" Id="R57c0dff7dd31467d" /><Relationship Type="http://schemas.openxmlformats.org/officeDocument/2006/relationships/slide" Target="/ppt/slides/slide5.xml" Id="Rf1cab2130c864622" /><Relationship Type="http://schemas.openxmlformats.org/officeDocument/2006/relationships/slide" Target="/ppt/slides/slide6.xml" Id="Rdcd281e28da44606" /><Relationship Type="http://schemas.openxmlformats.org/officeDocument/2006/relationships/slide" Target="/ppt/slides/slide7.xml" Id="Rc3ef9b346a804b2b" /><Relationship Type="http://schemas.openxmlformats.org/officeDocument/2006/relationships/slide" Target="/ppt/slides/slide8.xml" Id="R730c28b6ce154b01" /><Relationship Type="http://schemas.openxmlformats.org/officeDocument/2006/relationships/slide" Target="/ppt/slides/slide9.xml" Id="R1d2eda32b4f2449b" /><Relationship Type="http://schemas.openxmlformats.org/officeDocument/2006/relationships/slide" Target="/ppt/slides/slide10.xml" Id="Rc45884715cde497c" /><Relationship Type="http://schemas.openxmlformats.org/officeDocument/2006/relationships/slide" Target="/ppt/slides/slide11.xml" Id="R7dbf364862c4439e" /><Relationship Type="http://schemas.openxmlformats.org/officeDocument/2006/relationships/slide" Target="/ppt/slides/slide12.xml" Id="Refeff23f41ec46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5dcc81402d45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5d7b5791404473" /><Relationship Type="http://schemas.openxmlformats.org/officeDocument/2006/relationships/notesMaster" Target="/ppt/notesMasters/notesMaster1.xml" Id="R9b4895df5e4c42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61814a4c124c16" /><Relationship Type="http://schemas.openxmlformats.org/officeDocument/2006/relationships/notesMaster" Target="/ppt/notesMasters/notesMaster1.xml" Id="Rb4a3b85807a74b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3ab5afabb44e48" /><Relationship Type="http://schemas.openxmlformats.org/officeDocument/2006/relationships/notesMaster" Target="/ppt/notesMasters/notesMaster1.xml" Id="Rab9ac014aa8e4b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4ea4dac4f04073" /><Relationship Type="http://schemas.openxmlformats.org/officeDocument/2006/relationships/notesMaster" Target="/ppt/notesMasters/notesMaster1.xml" Id="R62f591e47ce74b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26a9b7f7444b75" /><Relationship Type="http://schemas.openxmlformats.org/officeDocument/2006/relationships/notesMaster" Target="/ppt/notesMasters/notesMaster1.xml" Id="Rb5e1a97f483745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a5a4c069314b63" /><Relationship Type="http://schemas.openxmlformats.org/officeDocument/2006/relationships/notesMaster" Target="/ppt/notesMasters/notesMaster1.xml" Id="Ra7f769de284a46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4a6913f76646bf" /><Relationship Type="http://schemas.openxmlformats.org/officeDocument/2006/relationships/notesMaster" Target="/ppt/notesMasters/notesMaster1.xml" Id="R8f1895c389074b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c263076b564cf8" /><Relationship Type="http://schemas.openxmlformats.org/officeDocument/2006/relationships/notesMaster" Target="/ppt/notesMasters/notesMaster1.xml" Id="R2d9a2ebbbb5048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10666e17d2429e" /><Relationship Type="http://schemas.openxmlformats.org/officeDocument/2006/relationships/notesMaster" Target="/ppt/notesMasters/notesMaster1.xml" Id="R5b3c9f4aa1414a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5e4dbbfd914029" /><Relationship Type="http://schemas.openxmlformats.org/officeDocument/2006/relationships/notesMaster" Target="/ppt/notesMasters/notesMaster1.xml" Id="R26a710a746a342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1e31f492bb439d" /><Relationship Type="http://schemas.openxmlformats.org/officeDocument/2006/relationships/notesMaster" Target="/ppt/notesMasters/notesMaster1.xml" Id="Rcc2d6534499848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40e4d3fe884bf3" /><Relationship Type="http://schemas.openxmlformats.org/officeDocument/2006/relationships/notesMaster" Target="/ppt/notesMasters/notesMaster1.xml" Id="Rf0f52f1416224e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protocol: prewrite one meaning-equivalent phrase for each of the 18 held-out affordance names, then freeze the prompts before evaluation. Compare each canonical query word to its paraphrase on identical points and objects with the released OpenAD PN2 checkpoint frozen. Primary input is the 9,140 partial validation views; full shapes (2,285 objects) are a control. Report 18-action mean point-wise IoU excluding none and 19-class score including none, plus per-action IoU, AUC, false-positive point fraction, and any-alarm rate on negative objects. Compute paired confidence intervals by resampling objects. Support the primary hypothesis only if the average paired IoU gain is positive and the 95% interval excludes zero. The current validation data has already been used in other analyses, so seek an untouched split; otherwise call results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team7_T14_proposal.pdf by Oct 15 at 10:59 AM KST. This deck has 11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the required two-minute question-and-answer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ca01dcf0f14c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dedd3967914e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2fc6833b6c4e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62a1924fb049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faed1ae1fd4e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05e10447a541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B40159-64C9-43C2-BF2A-407D750BC2E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F6B8AF-E855-4BD2-972B-6F567F3F47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0B10B7-A7EA-410E-9665-05736D4C8C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913383-5251-4370-9C9E-CE0EF8E462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5FDD7C-3D81-4BBF-91D2-272FF378AB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B46A66-3CF4-4D45-83F3-BF3583D30E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6D384D-7AC8-4630-9496-88EFF3A326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532BBF-73F1-46CE-9008-20784590D17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5C3759-4B1F-4376-8055-7EBB5EE5B4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E945F5-DC6F-4365-86A5-35A797974A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624ef202b040d9" /><Relationship Type="http://schemas.openxmlformats.org/officeDocument/2006/relationships/slideLayout" Target="/ppt/slideLayouts/slideLayout1.xml" Id="Rf93391243bab452d" /><Relationship Type="http://schemas.openxmlformats.org/officeDocument/2006/relationships/slideLayout" Target="/ppt/slideLayouts/slideLayout2.xml" Id="R787e5ac9675240e2" /><Relationship Type="http://schemas.openxmlformats.org/officeDocument/2006/relationships/slideLayout" Target="/ppt/slideLayouts/slideLayout3.xml" Id="R98026107a300468c" /><Relationship Type="http://schemas.openxmlformats.org/officeDocument/2006/relationships/slideLayout" Target="/ppt/slideLayouts/slideLayout4.xml" Id="R35fcfe7d616646fd" /><Relationship Type="http://schemas.openxmlformats.org/officeDocument/2006/relationships/slideLayout" Target="/ppt/slideLayouts/slideLayout5.xml" Id="Refc484abc92b43b7" /><Relationship Type="http://schemas.openxmlformats.org/officeDocument/2006/relationships/slideLayout" Target="/ppt/slideLayouts/slideLayout6.xml" Id="R139eeec3bf734d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3391243bab452d"/>
    <p:sldLayoutId xmlns:r="http://schemas.openxmlformats.org/officeDocument/2006/relationships" id="2147483650" r:id="R787e5ac9675240e2"/>
    <p:sldLayoutId xmlns:r="http://schemas.openxmlformats.org/officeDocument/2006/relationships" id="2147483651" r:id="R98026107a300468c"/>
    <p:sldLayoutId xmlns:r="http://schemas.openxmlformats.org/officeDocument/2006/relationships" id="2147483652" r:id="R35fcfe7d616646fd"/>
    <p:sldLayoutId xmlns:r="http://schemas.openxmlformats.org/officeDocument/2006/relationships" id="2147483653" r:id="Refc484abc92b43b7"/>
    <p:sldLayoutId xmlns:r="http://schemas.openxmlformats.org/officeDocument/2006/relationships" id="2147483654" r:id="R139eeec3bf734d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ee575f64ba4ae4" /><Relationship Type="http://schemas.openxmlformats.org/officeDocument/2006/relationships/notesSlide" Target="/ppt/notesSlides/notesSlide1.xml" Id="Rce4543a3a8504c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63797e01a0148c7" /><Relationship Type="http://schemas.openxmlformats.org/officeDocument/2006/relationships/notesSlide" Target="/ppt/notesSlides/notesSlide2.xml" Id="Rc427529caf3e4e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449a1644ef4a85" /><Relationship Type="http://schemas.openxmlformats.org/officeDocument/2006/relationships/notesSlide" Target="/ppt/notesSlides/notesSlide3.xml" Id="R2d2fcf4ff9f446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b556d5655e42dc" /><Relationship Type="http://schemas.openxmlformats.org/officeDocument/2006/relationships/notesSlide" Target="/ppt/notesSlides/notesSlide4.xml" Id="R88c7d3e1e0994b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4c52cbfbf854690" /><Relationship Type="http://schemas.openxmlformats.org/officeDocument/2006/relationships/image" Target="/ppt/media/image.png" Id="Rbfcfb00003054951" /><Relationship Type="http://schemas.openxmlformats.org/officeDocument/2006/relationships/notesSlide" Target="/ppt/notesSlides/notesSlide5.xml" Id="Re7b102ea4cf441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a1c564fd6d54218" /><Relationship Type="http://schemas.openxmlformats.org/officeDocument/2006/relationships/notesSlide" Target="/ppt/notesSlides/notesSlide6.xml" Id="R3e1a33c3685c49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1393e3fe864a69" /><Relationship Type="http://schemas.openxmlformats.org/officeDocument/2006/relationships/notesSlide" Target="/ppt/notesSlides/notesSlide7.xml" Id="R1316870c86eb48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45fdffe09ba4b5a" /><Relationship Type="http://schemas.openxmlformats.org/officeDocument/2006/relationships/notesSlide" Target="/ppt/notesSlides/notesSlide8.xml" Id="Rfe6729aa67ed44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e6a74a8f2f4585" /><Relationship Type="http://schemas.openxmlformats.org/officeDocument/2006/relationships/notesSlide" Target="/ppt/notesSlides/notesSlide9.xml" Id="R2ff3e765897442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0765834efb4ea1" /><Relationship Type="http://schemas.openxmlformats.org/officeDocument/2006/relationships/notesSlide" Target="/ppt/notesSlides/notesSlide10.xml" Id="R3b064881132148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de4f2e6e5534d1e" /><Relationship Type="http://schemas.openxmlformats.org/officeDocument/2006/relationships/notesSlide" Target="/ppt/notesSlides/notesSlide11.xml" Id="Rbdbbe2601aca42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64f8886cdc4c4b" /><Relationship Type="http://schemas.openxmlformats.org/officeDocument/2006/relationships/notesSlide" Target="/ppt/notesSlides/notesSlide12.xml" Id="Ref091e7e6fff47c5"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5F3185-37CD-4EC4-93F4-CFF670D76BD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223A69-A41E-4E1A-B59E-C1909213F3AE}"/>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0CCD881B-45E7-4492-9603-60883EB707DF}"/>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E20BBE15-4E63-45CF-977D-C2AA0DB5ABDF}"/>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5" name="">
            <a:extLst xmlns:a="http://schemas.openxmlformats.org/drawingml/2006/main">
              <a:ext uri="{FF2B5EF4-FFF2-40B4-BE49-F238E27FC236}">
                <a16:creationId xmlns:a16="http://schemas.microsoft.com/office/drawing/2014/main" id="{DC21C569-A666-41DC-B7C1-A2CAB8E31C97}"/>
              </a:ext>
            </a:extLst>
          </p:cNvPr>
          <p:cNvSpPr>
            <a:spLocks xmlns:a="http://schemas.openxmlformats.org/drawingml/2006/main" noGrp="1"/>
          </p:cNvSpPr>
          <p:nvPr/>
        </p:nvSpPr>
        <p:spPr>
          <a:xfrm xmlns:a="http://schemas.openxmlformats.org/drawingml/2006/main">
            <a:off x="762000" y="4400550"/>
            <a:ext cx="5619750" cy="1257300"/>
          </a:xfrm>
          <a:prstGeom xmlns:a="http://schemas.openxmlformats.org/drawingml/2006/main" prst="roundRect">
            <a:avLst>
              <a:gd name="adj" fmla="val 6061"/>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E6ADA84C-0D2C-44B2-826A-7F91DECEF304}"/>
              </a:ext>
            </a:extLst>
          </p:cNvPr>
          <p:cNvSpPr>
            <a:spLocks xmlns:a="http://schemas.openxmlformats.org/drawingml/2006/main" noGrp="1"/>
          </p:cNvSpPr>
          <p:nvPr/>
        </p:nvSpPr>
        <p:spPr>
          <a:xfrm xmlns:a="http://schemas.openxmlformats.org/drawingml/2006/main">
            <a:off x="990600" y="44958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venir"/>
                <a:ea typeface="Avenir"/>
                <a:cs typeface="Avenir"/>
              </a:defRPr>
            </a:defPPr>
          </a:lstStyle>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Team 7</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Yamin Myat Aung (20233523)</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Hakon Maelum (50261597)</a:t>
            </a:r>
          </a:p>
        </p:txBody>
      </p:sp>
      <p:sp>
        <p:nvSpPr>
          <p:cNvPr id="7" name="">
            <a:extLst xmlns:a="http://schemas.openxmlformats.org/drawingml/2006/main">
              <a:ext uri="{FF2B5EF4-FFF2-40B4-BE49-F238E27FC236}">
                <a16:creationId xmlns:a16="http://schemas.microsoft.com/office/drawing/2014/main" id="{4A9F86EE-4F7A-4381-B4C4-DA646FE790D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12</a:t>
            </a:r>
          </a:p>
        </p:txBody>
      </p:sp>
    </p:spTree>
    <p:extLst>
      <p:ext uri="{BB962C8B-B14F-4D97-AF65-F5344CB8AC3E}">
        <p14:creationId xmlns:p14="http://schemas.microsoft.com/office/powerpoint/2010/main" val="1650043184"/>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1E5806E-676C-42F9-BFA6-C820214809D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30ED170D-500D-4E19-AE22-96DF72A3C49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31019C00-C2E3-4729-9952-E428F83ECB9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9F4AAD-9DCC-4EA6-AAA4-062DC6FD54F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12</a:t>
            </a:r>
          </a:p>
        </p:txBody>
      </p:sp>
      <p:sp>
        <p:nvSpPr>
          <p:cNvPr id="5" name="">
            <a:extLst xmlns:a="http://schemas.openxmlformats.org/drawingml/2006/main">
              <a:ext uri="{FF2B5EF4-FFF2-40B4-BE49-F238E27FC236}">
                <a16:creationId xmlns:a16="http://schemas.microsoft.com/office/drawing/2014/main" id="{018E4712-8E87-4EDD-9808-79C9295854B0}"/>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0A11BC2-4F9F-4C29-894C-31905E4AB20E}"/>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AB73FC7C-9B73-436B-9BD3-18E4A0E54E2F}"/>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6AF55B05-0005-484A-9B0F-9B205463BD63}"/>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57A5B84A-0D5F-4B8A-8F12-9152BA8E0AFD}"/>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0A3243DC-A8DE-4CE7-9124-6E7B77EDD407}"/>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B2E4FF47-8BE5-48C2-ADE1-ACBEE6AE05E2}"/>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655D88-F11E-438B-A807-4DC00A8AB1C1}"/>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48238E04-9E5E-4DB1-85A5-95370C6CB716}"/>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9A2BDC6B-ECEE-4136-90CB-776681C28048}"/>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82FF49D2-D1F2-4FA0-B320-C35F64061E23}"/>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D088CDBF-C64D-4B81-9EE0-EB723AF2A40F}"/>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058190096"/>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5080C79-F676-4C68-AE2E-D6CBC80C2DDE}"/>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E8A8187E-9A9C-49AC-AED8-E914A99E629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3" name="">
            <a:extLst xmlns:a="http://schemas.openxmlformats.org/drawingml/2006/main">
              <a:ext uri="{FF2B5EF4-FFF2-40B4-BE49-F238E27FC236}">
                <a16:creationId xmlns:a16="http://schemas.microsoft.com/office/drawing/2014/main" id="{D9219E83-C808-45B9-A188-742DDF8A102B}"/>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6F602F2-40F3-4B66-B094-F48C390A6B4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12</a:t>
            </a:r>
          </a:p>
        </p:txBody>
      </p:sp>
      <p:sp>
        <p:nvSpPr>
          <p:cNvPr id="5" name="">
            <a:extLst xmlns:a="http://schemas.openxmlformats.org/drawingml/2006/main">
              <a:ext uri="{FF2B5EF4-FFF2-40B4-BE49-F238E27FC236}">
                <a16:creationId xmlns:a16="http://schemas.microsoft.com/office/drawing/2014/main" id="{AE1576E5-2AF2-4D6C-A147-7BDF5FADAE36}"/>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9280ED2F-B9BE-4AB4-ACEA-B9FAEF0E08AD}"/>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7" name="">
            <a:extLst xmlns:a="http://schemas.openxmlformats.org/drawingml/2006/main">
              <a:ext uri="{FF2B5EF4-FFF2-40B4-BE49-F238E27FC236}">
                <a16:creationId xmlns:a16="http://schemas.microsoft.com/office/drawing/2014/main" id="{35D9E851-1E44-488E-9712-BA3C9FAD57C0}"/>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E8FBF82A-4BA9-4CC5-93DF-A4155FAD8541}"/>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3DBD17D-1FE4-4ACF-9FCE-339C7563DAD5}"/>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E8054139-7D96-447A-B34C-43B71EE07160}"/>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43643E-53C1-403B-8836-06ED08DC3621}"/>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1E806E9F-23FE-4204-B943-7E07028A6B77}"/>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479A1E4-24C8-4334-A984-4055880FA610}"/>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F97C101D-A190-497E-B8D5-722C2A4B81B3}"/>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2FF6387-7868-4FA4-9F3E-F81252C1D387}"/>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1E2BC8E0-BD12-44AE-8254-F98062F77BA4}"/>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6273B899-5E76-46A6-AB3A-A6AEE281EBDF}"/>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9769B671-3132-4F10-9DAB-2B3AE6E9CBC2}"/>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3690ACE0-BBFF-4845-8928-919C8BE0F50C}"/>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85804766-BCB3-474A-9590-CA08E8E90447}"/>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F0083F44-AC1F-40D9-9CF4-133119BCA791}"/>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548F526B-D903-4420-98E5-F64CDC2A65D9}"/>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ED340FEF-F257-4D5F-9B8B-AF067EB7B6C0}"/>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64851571-46C9-4E4A-89CB-4B5346B3C829}"/>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7A4D9842-B541-460E-9AAD-4142CE58982A}"/>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1681184626"/>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7841AA7-F6BD-48C9-AC83-3D84D969EC1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E057893-33B2-4445-A7E4-4FB9A9DD48C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05E9B48E-D69F-4446-BC03-C6935BE939B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840DB97-12DC-4598-960D-E55D69023B9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12</a:t>
            </a:r>
          </a:p>
        </p:txBody>
      </p:sp>
      <p:sp>
        <p:nvSpPr>
          <p:cNvPr id="5" name="">
            <a:extLst xmlns:a="http://schemas.openxmlformats.org/drawingml/2006/main">
              <a:ext uri="{FF2B5EF4-FFF2-40B4-BE49-F238E27FC236}">
                <a16:creationId xmlns:a16="http://schemas.microsoft.com/office/drawing/2014/main" id="{D8BA9095-4C00-4F70-ACDF-639CD10AA378}"/>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04D851A5-AC95-4167-9CC7-2340339290F0}"/>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B3026D6C-82C0-42E6-A273-D2832B21F391}"/>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858FD228-24BD-49A0-8909-491D71A4D81A}"/>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7E021113-B9FF-4337-80BF-76C0AB3067A6}"/>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F88B92F2-13C8-4DE2-B20E-6115C2D55ACF}"/>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4C9E0637-66FF-4384-BC65-F6727F39C019}"/>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887C7A92-75D3-46B7-BEDB-7CB3571DE299}"/>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31C69B6C-8042-45AF-8BB4-985D9F679853}"/>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F4D55D15-8588-474A-86E8-9474FC75DC40}"/>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9D15C3FB-6955-4772-B114-69913F723CF2}"/>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9464AF84-30EA-4C4D-B83A-CAF5EACC82CF}"/>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B69CA75B-F4A9-41BF-86E2-30619CAE61B6}"/>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BA5740A5-5D3B-4119-B413-87A99F4ECA72}"/>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82139A54-79BE-4307-8E76-1EDB415EF053}"/>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94281618-4E42-4729-83D2-F56DBB7D2EAE}"/>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8D3F3FDE-4AC1-4DE1-B03E-DB8E0E4C8832}"/>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3CD86CA1-EA5B-4799-BD8E-A37F8CE665DB}"/>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2C922C63-797F-45F4-9116-5A00DEC3C4E1}"/>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00F5856D-D6EE-4194-95BB-DD33D7A7DDC5}"/>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B15A1E79-61BA-433C-A756-625FCE98F33E}"/>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124F3DA4-83BD-4C49-8341-D632163D0B68}"/>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536492937"/>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A02B585-D0C8-491C-9717-652ADC681F6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215A0B12-742B-44DA-AF1B-AD1B70004415}"/>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3" name="">
            <a:extLst xmlns:a="http://schemas.openxmlformats.org/drawingml/2006/main">
              <a:ext uri="{FF2B5EF4-FFF2-40B4-BE49-F238E27FC236}">
                <a16:creationId xmlns:a16="http://schemas.microsoft.com/office/drawing/2014/main" id="{4974E878-08A8-44B5-A80C-B1E959559BF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8A09B8-5649-48EF-A26A-32F03C229D7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12</a:t>
            </a:r>
          </a:p>
        </p:txBody>
      </p:sp>
      <p:pic>
        <p:nvPicPr>
          <p:cNvPr id="5" name="">
            <a:extLst xmlns:a="http://schemas.openxmlformats.org/drawingml/2006/main">
              <a:ext uri="{FF2B5EF4-FFF2-40B4-BE49-F238E27FC236}">
                <a16:creationId xmlns:a16="http://schemas.microsoft.com/office/drawing/2014/main" id="{73630CD5-CAC4-4F90-B99F-589305C91D75}"/>
              </a:ext>
            </a:extLst>
          </p:cNvPr>
          <p:cNvPicPr>
            <a:picLocks xmlns:a="http://schemas.openxmlformats.org/drawingml/2006/main" noChangeAspect="1"/>
          </p:cNvPicPr>
          <p:nvPr/>
        </p:nvPicPr>
        <p:blipFill>
          <a:blip xmlns:r="http://schemas.openxmlformats.org/officeDocument/2006/relationships" xmlns:a="http://schemas.openxmlformats.org/drawingml/2006/main" r:embed="Rbfcfb00003054951"/>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CA0E8E-F80E-4347-9C9E-E673BC38FC55}"/>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8E681658-3103-41D9-985F-3EA792B434DB}"/>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71E32B70-FE87-48AD-8EF0-AB2015E68BC9}"/>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C33D8A89-4515-447A-9C5B-38221C24C069}"/>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F4BEA34E-5B2F-4AB7-8E9D-A8030738C30B}"/>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5A124DBF-B272-4872-B6CF-C87F08C83C20}"/>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7EA2FF2D-EFC0-4276-A5D9-172F988E1B90}"/>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347AEF1A-455C-4364-8AE5-3A61AF9199ED}"/>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ED9C7C6B-C59E-4629-8514-DFFB1D14BE32}"/>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2014683398"/>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50AE0E8-A1DD-4830-A1F5-5238B6744A68}"/>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E83273D4-3C7E-427F-AA54-7401786EF5B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4C40A5F2-DF56-45B5-BD95-2079EE62941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0242D7-2A3C-4ABF-A098-48B462E0BF8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12</a:t>
            </a:r>
          </a:p>
        </p:txBody>
      </p:sp>
      <p:sp>
        <p:nvSpPr>
          <p:cNvPr id="5" name="">
            <a:extLst xmlns:a="http://schemas.openxmlformats.org/drawingml/2006/main">
              <a:ext uri="{FF2B5EF4-FFF2-40B4-BE49-F238E27FC236}">
                <a16:creationId xmlns:a16="http://schemas.microsoft.com/office/drawing/2014/main" id="{6475218D-379D-480E-BDD0-55408EEDC9D5}"/>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4E5D9AC-CE95-44FD-A075-4A5471410B0A}"/>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B2FC66BB-080F-4A1D-B2F3-F32DFE1E333A}"/>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561C78A1-B478-4A94-9486-2238E8B4ABDA}"/>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6CC8A56B-FDFB-4F0A-B139-BF040A2F4E91}"/>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76CE160-DFCE-4A76-B663-EC40AD2A1C5D}"/>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91DA5136-8279-49C1-B11F-918FB45DC9E9}"/>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1AF5B46D-833E-439A-9CE9-FC6721E0575D}"/>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95C367A-F201-41C9-9BD4-DC56E83130EA}"/>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A77E9233-E949-4E5C-8907-6A359AE15C95}"/>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DAFA575C-4A97-4ED0-A6E4-26EC9B4A00D3}"/>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62D9000-339E-46E0-8988-31B19E8D206B}"/>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B5540559-EEFA-4BBA-87BF-37AD28D28D2E}"/>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A7084C3A-4813-4AC8-8400-BB014212601E}"/>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ACD5B127-6BEF-4BB1-B603-6668CA34DBC2}"/>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5CA70EF7-1D5C-4460-8644-A715BE62DD07}"/>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A72FBB54-AF56-481B-87A0-615F56F6DBC0}"/>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C8BCCD47-4D22-4856-BE63-265C6437BB1C}"/>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27387596"/>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D572D0A-B8CC-4CDD-82BE-9EF7EA64B517}"/>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88B3348E-2FD8-44D3-945F-DDC72939CC5A}"/>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9AD10EE4-05BF-41EB-9E93-9ECA2789809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7787FBB-EB54-4541-829B-B1330B5E953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12</a:t>
            </a:r>
          </a:p>
        </p:txBody>
      </p:sp>
      <p:sp>
        <p:nvSpPr>
          <p:cNvPr id="5" name="">
            <a:extLst xmlns:a="http://schemas.openxmlformats.org/drawingml/2006/main">
              <a:ext uri="{FF2B5EF4-FFF2-40B4-BE49-F238E27FC236}">
                <a16:creationId xmlns:a16="http://schemas.microsoft.com/office/drawing/2014/main" id="{EAED76B9-4728-4907-BC85-C8DAED839437}"/>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C24E2139-241B-454A-AB8D-F73BFB8CFFE6}"/>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6E568AB8-CD63-4D19-9352-0A11ECA8A8F2}"/>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92B3B160-5695-4F51-929B-50A591BFAF1D}"/>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4E4B91-7293-4569-BCB8-CC9A0CAB1219}"/>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0527177D-8E2B-49D8-AD02-E864B4E14F1B}"/>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0F423B-01AC-432B-98CA-F8DDC259AADD}"/>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DB7A0E4B-4A01-4F42-A2BD-A1C15A5B41B3}"/>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15F2C5B-FD8F-45E9-BFDB-5C47831D8663}"/>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07EE8709-00D6-4630-B633-646AF4A524CD}"/>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16958056-2CD9-4C13-A3DB-F771E0ABADF8}"/>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CD814835-C1AA-4C4C-8BF7-1C97241818C6}"/>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F4F198E0-B82A-42E6-AC57-0CDE2CA6F222}"/>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8" name="">
            <a:extLst xmlns:a="http://schemas.openxmlformats.org/drawingml/2006/main">
              <a:ext uri="{FF2B5EF4-FFF2-40B4-BE49-F238E27FC236}">
                <a16:creationId xmlns:a16="http://schemas.microsoft.com/office/drawing/2014/main" id="{F2BE542E-782E-4252-ABFE-16B55E12F665}"/>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19" name="">
            <a:extLst xmlns:a="http://schemas.openxmlformats.org/drawingml/2006/main">
              <a:ext uri="{FF2B5EF4-FFF2-40B4-BE49-F238E27FC236}">
                <a16:creationId xmlns:a16="http://schemas.microsoft.com/office/drawing/2014/main" id="{FEB5454C-EF07-496E-854E-0E5A467EFF7E}"/>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73F8430F-60C5-4DAF-ADD0-60DEB9506F13}"/>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EFCAE19B-B9A9-4655-A0E7-BD48AE43EDEB}"/>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1772223519"/>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9C49F66-A4AE-430F-BEAE-D45FF88BFDF6}"/>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E9415263-53D4-4BBF-BB00-07D7F29C8FA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Our next question is whether one fixed paraphrase helps</a:t>
            </a:r>
          </a:p>
        </p:txBody>
      </p:sp>
      <p:sp>
        <p:nvSpPr>
          <p:cNvPr id="3" name="">
            <a:extLst xmlns:a="http://schemas.openxmlformats.org/drawingml/2006/main">
              <a:ext uri="{FF2B5EF4-FFF2-40B4-BE49-F238E27FC236}">
                <a16:creationId xmlns:a16="http://schemas.microsoft.com/office/drawing/2014/main" id="{7E345849-C8A1-4AFB-9A67-00FD2055B80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410102-E4BA-4F75-9010-C6567642DB4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12</a:t>
            </a:r>
          </a:p>
        </p:txBody>
      </p:sp>
      <p:sp>
        <p:nvSpPr>
          <p:cNvPr id="5" name="">
            <a:extLst xmlns:a="http://schemas.openxmlformats.org/drawingml/2006/main">
              <a:ext uri="{FF2B5EF4-FFF2-40B4-BE49-F238E27FC236}">
                <a16:creationId xmlns:a16="http://schemas.microsoft.com/office/drawing/2014/main" id="{DAD63866-1B7F-47DA-BC60-23DE531030C1}"/>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C1D3CBA1-5E96-48E9-9D3E-31A4135178F3}"/>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C75CBCBC-7E3B-43D6-9342-378AC98C783C}"/>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F8A5D8DF-14E5-42F0-A497-03AA3E06451F}"/>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4018C59A-2556-40C1-B75E-BB5219AE8099}"/>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7F779C68-10D2-4CF4-A73E-DC7610068DDE}"/>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B447654C-B3CB-446F-8E4E-54DD3C9F3770}"/>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483BD2F3-083B-4F59-B638-518412A3F725}"/>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mean gain is zero/negative or its 95% interval includes zero.</a:t>
            </a:r>
          </a:p>
        </p:txBody>
      </p:sp>
    </p:spTree>
    <p:extLst>
      <p:ext uri="{BB962C8B-B14F-4D97-AF65-F5344CB8AC3E}">
        <p14:creationId xmlns:p14="http://schemas.microsoft.com/office/powerpoint/2010/main" val="1165984858"/>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4342409-7CDC-4D2D-8C4F-A237D1AD71A3}"/>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D2C679BC-50DD-4FE9-B7BC-7EF83840394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will change the words and hold the rest constant</a:t>
            </a:r>
          </a:p>
        </p:txBody>
      </p:sp>
      <p:sp>
        <p:nvSpPr>
          <p:cNvPr id="3" name="">
            <a:extLst xmlns:a="http://schemas.openxmlformats.org/drawingml/2006/main">
              <a:ext uri="{FF2B5EF4-FFF2-40B4-BE49-F238E27FC236}">
                <a16:creationId xmlns:a16="http://schemas.microsoft.com/office/drawing/2014/main" id="{CFB920B2-4C8F-44A6-98E8-2DD2F4D8364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22BA40-90F9-44AA-B3EA-B7290732D51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12</a:t>
            </a:r>
          </a:p>
        </p:txBody>
      </p:sp>
      <p:sp>
        <p:nvSpPr>
          <p:cNvPr id="5" name="">
            <a:extLst xmlns:a="http://schemas.openxmlformats.org/drawingml/2006/main">
              <a:ext uri="{FF2B5EF4-FFF2-40B4-BE49-F238E27FC236}">
                <a16:creationId xmlns:a16="http://schemas.microsoft.com/office/drawing/2014/main" id="{10BD912C-AF51-4307-AAC1-FB52E0AE90FB}"/>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03C53E71-C788-4C2E-B928-42A46512F744}"/>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690C1E78-B6BB-4E6C-8213-7A3B327C7381}"/>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F01F1D9-01FC-480A-867A-8F56E21CC7EE}"/>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26E02905-FBA4-4016-8C48-9C3A27E34E6C}"/>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3B450E-7634-482C-B0CF-5879F364A442}"/>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EFD42A21-E867-4052-B84D-DFBA0F63B7BD}"/>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1F59687-1387-46AB-BE15-DE146B6FEBC7}"/>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84213D28-7DEB-4C31-9953-CBAB3105AA16}"/>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95646F-A9AC-434E-B590-B4E799206430}"/>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6C118E77-F4BD-43C0-BE37-17A3B2BF86B0}"/>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3D2FEAE-86A4-4B72-9ED7-D9E443C12758}"/>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0FAFC3B7-B1A9-407E-8AC1-BE451C855888}"/>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DD1DB6EF-C2D8-4D5B-94AB-BB5917A336A8}"/>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19" name="">
            <a:extLst xmlns:a="http://schemas.openxmlformats.org/drawingml/2006/main">
              <a:ext uri="{FF2B5EF4-FFF2-40B4-BE49-F238E27FC236}">
                <a16:creationId xmlns:a16="http://schemas.microsoft.com/office/drawing/2014/main" id="{B036DA10-D8D1-4977-9353-085E0C758DCC}"/>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F46CC5B-B9FA-4764-B6D3-DEEE80ABBF78}"/>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A906E2E8-78BB-4075-A04C-ACD8CE6ED526}"/>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675146E-C6E6-4EE7-BF2F-40529A59257C}"/>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D709F664-DBF5-4F30-B6D0-70989D49EAA2}"/>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B54B17A-487E-4D8C-90E0-2C467D49445D}"/>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19C22596-C1AE-4FB8-A65E-49BBA29B04F7}"/>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668D978-095C-4D73-99E6-6B59BF408600}"/>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4256C1AF-D354-46A8-B010-09DF11234415}"/>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BD7CC9A-3804-48CF-9E4E-193D63DFF226}"/>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839479869"/>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582EF46-19BB-4719-B742-E368BE70422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E75E92C1-83F1-4EC6-BFB2-607E3B4012C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a paired test across 18 actions</a:t>
            </a:r>
          </a:p>
        </p:txBody>
      </p:sp>
      <p:sp>
        <p:nvSpPr>
          <p:cNvPr id="3" name="">
            <a:extLst xmlns:a="http://schemas.openxmlformats.org/drawingml/2006/main">
              <a:ext uri="{FF2B5EF4-FFF2-40B4-BE49-F238E27FC236}">
                <a16:creationId xmlns:a16="http://schemas.microsoft.com/office/drawing/2014/main" id="{36B1E96E-BF08-4F79-A705-33A95CA32B0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698BBD-1F0F-48A4-AAE9-77924D1F188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12</a:t>
            </a:r>
          </a:p>
        </p:txBody>
      </p:sp>
      <p:sp>
        <p:nvSpPr>
          <p:cNvPr id="5" name="">
            <a:extLst xmlns:a="http://schemas.openxmlformats.org/drawingml/2006/main">
              <a:ext uri="{FF2B5EF4-FFF2-40B4-BE49-F238E27FC236}">
                <a16:creationId xmlns:a16="http://schemas.microsoft.com/office/drawing/2014/main" id="{9CF7747C-6ED1-486D-99A3-9082A6CEE524}"/>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21BEDCCA-1B6B-4159-8D70-DCB9A723F4BF}"/>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36D772C9-FD4F-44F7-96DE-03A23398FC82}"/>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FREEZE</a:t>
            </a:r>
          </a:p>
        </p:txBody>
      </p:sp>
      <p:sp>
        <p:nvSpPr>
          <p:cNvPr id="8" name="">
            <a:extLst xmlns:a="http://schemas.openxmlformats.org/drawingml/2006/main">
              <a:ext uri="{FF2B5EF4-FFF2-40B4-BE49-F238E27FC236}">
                <a16:creationId xmlns:a16="http://schemas.microsoft.com/office/drawing/2014/main" id="{F19409CA-6221-4999-9BA7-C4E2F517607F}"/>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one meaning-equivalent paraphrase for each of the 18 held-out actions. Lock the wording before evaluation.</a:t>
            </a:r>
          </a:p>
        </p:txBody>
      </p:sp>
      <p:sp>
        <p:nvSpPr>
          <p:cNvPr id="9" name="">
            <a:extLst xmlns:a="http://schemas.openxmlformats.org/drawingml/2006/main">
              <a:ext uri="{FF2B5EF4-FFF2-40B4-BE49-F238E27FC236}">
                <a16:creationId xmlns:a16="http://schemas.microsoft.com/office/drawing/2014/main" id="{A5106FDE-F7D3-461C-B15C-B12A796D6D08}"/>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F7C54003-9C23-4092-9659-8CB31227503A}"/>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CD7F8D29-90A6-4E93-A261-9B499F448684}"/>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 BOTH</a:t>
            </a:r>
          </a:p>
        </p:txBody>
      </p:sp>
      <p:sp>
        <p:nvSpPr>
          <p:cNvPr id="12" name="">
            <a:extLst xmlns:a="http://schemas.openxmlformats.org/drawingml/2006/main">
              <a:ext uri="{FF2B5EF4-FFF2-40B4-BE49-F238E27FC236}">
                <a16:creationId xmlns:a16="http://schemas.microsoft.com/office/drawing/2014/main" id="{BDA8A713-26C0-4161-88AB-20BC255B86F9}"/>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the canonical query word with its paraphrase using the same frozen OpenAD model, objects, views, and points.</a:t>
            </a:r>
          </a:p>
        </p:txBody>
      </p:sp>
      <p:sp>
        <p:nvSpPr>
          <p:cNvPr id="13" name="">
            <a:extLst xmlns:a="http://schemas.openxmlformats.org/drawingml/2006/main">
              <a:ext uri="{FF2B5EF4-FFF2-40B4-BE49-F238E27FC236}">
                <a16:creationId xmlns:a16="http://schemas.microsoft.com/office/drawing/2014/main" id="{2D2AAEEC-21C1-47F5-99F7-14D04004F4E6}"/>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99EFF01D-BD47-4402-BF85-74A111A941A7}"/>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C3207182-2367-42E0-B45A-B135982BD09E}"/>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SCORE</a:t>
            </a:r>
          </a:p>
        </p:txBody>
      </p:sp>
      <p:sp>
        <p:nvSpPr>
          <p:cNvPr id="16" name="">
            <a:extLst xmlns:a="http://schemas.openxmlformats.org/drawingml/2006/main">
              <a:ext uri="{FF2B5EF4-FFF2-40B4-BE49-F238E27FC236}">
                <a16:creationId xmlns:a16="http://schemas.microsoft.com/office/drawing/2014/main" id="{4FE7C39A-CE4D-4E05-A83F-05B9F3727D48}"/>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on partial views. Also report per-action IoU, the 19-class score, AUC, and false alarms.</a:t>
            </a:r>
          </a:p>
        </p:txBody>
      </p:sp>
      <p:sp>
        <p:nvSpPr>
          <p:cNvPr id="17" name="">
            <a:extLst xmlns:a="http://schemas.openxmlformats.org/drawingml/2006/main">
              <a:ext uri="{FF2B5EF4-FFF2-40B4-BE49-F238E27FC236}">
                <a16:creationId xmlns:a16="http://schemas.microsoft.com/office/drawing/2014/main" id="{9C56C76A-C39B-4828-914D-C6EB4AE6DB5A}"/>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0F385BE5-1D72-4AFC-974A-B71C7DE6AFCB}"/>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6E9A8B2B-07A4-4B84-A6E6-31DCB4AD856E}"/>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DECIDE</a:t>
            </a:r>
          </a:p>
        </p:txBody>
      </p:sp>
      <p:sp>
        <p:nvSpPr>
          <p:cNvPr id="20" name="">
            <a:extLst xmlns:a="http://schemas.openxmlformats.org/drawingml/2006/main">
              <a:ext uri="{FF2B5EF4-FFF2-40B4-BE49-F238E27FC236}">
                <a16:creationId xmlns:a16="http://schemas.microsoft.com/office/drawing/2014/main" id="{6A999CB8-04E3-4D43-8CFB-9F4C38CEC8E6}"/>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Bootstrap paired differences by object. Support the hypothesis only if mean IoU rises and the 95% interval excludes zero.</a:t>
            </a:r>
          </a:p>
        </p:txBody>
      </p:sp>
      <p:sp>
        <p:nvSpPr>
          <p:cNvPr id="21" name="">
            <a:extLst xmlns:a="http://schemas.openxmlformats.org/drawingml/2006/main">
              <a:ext uri="{FF2B5EF4-FFF2-40B4-BE49-F238E27FC236}">
                <a16:creationId xmlns:a16="http://schemas.microsoft.com/office/drawing/2014/main" id="{B89B4981-A7F4-4006-A171-250E564539F0}"/>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Full shapes are a control. If the validation set is reused, label the run exploratory.</a:t>
            </a:r>
          </a:p>
        </p:txBody>
      </p:sp>
    </p:spTree>
    <p:extLst>
      <p:ext uri="{BB962C8B-B14F-4D97-AF65-F5344CB8AC3E}">
        <p14:creationId xmlns:p14="http://schemas.microsoft.com/office/powerpoint/2010/main" val="1625243950"/>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75D28F6-2CAD-475D-A681-B03481F30E6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AFB3235C-7853-4916-9C55-BD5D6873830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49B98020-97F6-449F-9DB5-20CD47DD3B6E}"/>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314EE95-3492-41AF-A13C-ECDF9F67BB8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12</a:t>
            </a:r>
          </a:p>
        </p:txBody>
      </p:sp>
      <p:sp>
        <p:nvSpPr>
          <p:cNvPr id="5" name="">
            <a:extLst xmlns:a="http://schemas.openxmlformats.org/drawingml/2006/main">
              <a:ext uri="{FF2B5EF4-FFF2-40B4-BE49-F238E27FC236}">
                <a16:creationId xmlns:a16="http://schemas.microsoft.com/office/drawing/2014/main" id="{71ED16E2-6AF1-4B5E-98A0-C9A89A4B1005}"/>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D7699730-17A5-4FD2-A574-9D85A4249516}"/>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212E9935-9B54-4E49-BB20-7DC2A09E940A}"/>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894FEEE2-4241-4BC5-AFC3-E01F278D5447}"/>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AEB03EFF-5E70-42BB-BDF0-FD1E44C20D5F}"/>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3B391F68-6E6C-4C10-A5BB-C1F801A6EF8B}"/>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A4C8B50F-0A71-4975-864E-772DD61E6B07}"/>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F30AF042-8F08-4FC9-9F07-1ECFDC98F7FB}"/>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9AE14AA1-A19B-47C8-9795-5111758A37D8}"/>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D1B38574-63C4-49C5-87AF-2BAA1A82E43D}"/>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A2703B02-30EE-4A23-BCB6-363A740AC21D}"/>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98EE0C83-CFF5-4C02-A21F-BF90A718873E}"/>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6EC8DD63-BF61-42F2-B83D-89EDEC829162}"/>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5D430AD3-962E-4C4B-83DD-63D349B57B9C}"/>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23F697B0-9E52-45A8-934E-5C3E8FA212B5}"/>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54A8B09A-5DAC-4049-B36C-F49939F2FEE0}"/>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team7_T14_proposal.pdf</a:t>
            </a:r>
          </a:p>
        </p:txBody>
      </p:sp>
    </p:spTree>
    <p:extLst>
      <p:ext uri="{BB962C8B-B14F-4D97-AF65-F5344CB8AC3E}">
        <p14:creationId xmlns:p14="http://schemas.microsoft.com/office/powerpoint/2010/main" val="725801714"/>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A411BD-81EA-4CB8-8785-999725BA6D90}"/>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C6AF25-2382-4E9A-A41A-AC187F3D3B34}"/>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T14 · 3D AFFORDANCE PREDICTION</a:t>
            </a:r>
          </a:p>
        </p:txBody>
      </p:sp>
      <p:sp>
        <p:nvSpPr>
          <p:cNvPr id="3" name="">
            <a:extLst xmlns:a="http://schemas.openxmlformats.org/drawingml/2006/main">
              <a:ext uri="{FF2B5EF4-FFF2-40B4-BE49-F238E27FC236}">
                <a16:creationId xmlns:a16="http://schemas.microsoft.com/office/drawing/2014/main" id="{69D9086E-D4B4-4A53-8CAB-5E37590B71F0}"/>
              </a:ext>
            </a:extLst>
          </p:cNvPr>
          <p:cNvSpPr>
            <a:spLocks xmlns:a="http://schemas.openxmlformats.org/drawingml/2006/main" noGrp="1"/>
          </p:cNvSpPr>
          <p:nvPr/>
        </p:nvSpPr>
        <p:spPr>
          <a:xfrm xmlns:a="http://schemas.openxmlformats.org/drawingml/2006/main">
            <a:off x="723900" y="2000250"/>
            <a:ext cx="857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00" b="1">
                <a:solidFill>
                  <a:srgbClr val="FFFFFF"/>
                </a:solidFill>
                <a:latin typeface="Avenir"/>
                <a:ea typeface="Avenir"/>
                <a:cs typeface="Avenir"/>
              </a:defRPr>
            </a:defPPr>
          </a:lstStyle>
          <a:p xmlns:a="http://schemas.openxmlformats.org/drawingml/2006/main">
            <a:pPr algn="l">
              <a:defRPr sz="4800" b="1">
                <a:solidFill>
                  <a:srgbClr val="FFFFFF"/>
                </a:solidFill>
                <a:latin typeface="Avenir"/>
                <a:ea typeface="Avenir"/>
                <a:cs typeface="Avenir"/>
              </a:defRPr>
            </a:pPr>
            <a:r>
              <a:rPr sz="4800" b="1">
                <a:solidFill>
                  <a:srgbClr val="FFFFFF"/>
                </a:solidFill>
                <a:latin typeface="Avenir"/>
                <a:ea typeface="Avenir"/>
                <a:cs typeface="Avenir"/>
              </a:rPr>
              <a:t>Q &amp; A</a:t>
            </a:r>
          </a:p>
        </p:txBody>
      </p:sp>
      <p:sp>
        <p:nvSpPr>
          <p:cNvPr id="4" name="">
            <a:extLst xmlns:a="http://schemas.openxmlformats.org/drawingml/2006/main">
              <a:ext uri="{FF2B5EF4-FFF2-40B4-BE49-F238E27FC236}">
                <a16:creationId xmlns:a16="http://schemas.microsoft.com/office/drawing/2014/main" id="{51FB2D82-5CFB-427F-A325-64501E3B5446}"/>
              </a:ext>
            </a:extLst>
          </p:cNvPr>
          <p:cNvSpPr>
            <a:spLocks xmlns:a="http://schemas.openxmlformats.org/drawingml/2006/main" noGrp="1"/>
          </p:cNvSpPr>
          <p:nvPr/>
        </p:nvSpPr>
        <p:spPr>
          <a:xfrm xmlns:a="http://schemas.openxmlformats.org/drawingml/2006/main">
            <a:off x="762000" y="3476625"/>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Thank you</a:t>
            </a:r>
          </a:p>
        </p:txBody>
      </p:sp>
      <p:sp>
        <p:nvSpPr>
          <p:cNvPr id="5" name="">
            <a:extLst xmlns:a="http://schemas.openxmlformats.org/drawingml/2006/main">
              <a:ext uri="{FF2B5EF4-FFF2-40B4-BE49-F238E27FC236}">
                <a16:creationId xmlns:a16="http://schemas.microsoft.com/office/drawing/2014/main" id="{69034EFF-50AF-44D5-8C89-A8A179E571B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12 / 12</a:t>
            </a:r>
          </a:p>
        </p:txBody>
      </p:sp>
    </p:spTree>
    <p:extLst>
      <p:ext uri="{BB962C8B-B14F-4D97-AF65-F5344CB8AC3E}">
        <p14:creationId xmlns:p14="http://schemas.microsoft.com/office/powerpoint/2010/main" val="1354084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2026-10-13T04:28:33.6600000Z</dcterms:created>
  <dcterms:modified xsi:type="dcterms:W3CDTF">2026-10-13T04:28:33.6600000Z</dcterms:modified>
</coreProperties>
</file>