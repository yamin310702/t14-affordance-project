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de1c16bb2a4332" /><Relationship Type="http://schemas.openxmlformats.org/officeDocument/2006/relationships/extended-properties" Target="/docProps/app.xml" Id="Re7a747eb13444e55" /><Relationship Type="http://schemas.openxmlformats.org/officeDocument/2006/relationships/officeDocument" Target="/ppt/presentation.xml" Id="R397f793504404b38" /></Relationships>
</file>

<file path=ppt/presentation.xml><?xml version="1.0" encoding="utf-8"?>
<p:presentation xmlns:p="http://schemas.openxmlformats.org/presentationml/2006/main">
  <p:sldMasterIdLst>
    <p:sldMasterId xmlns:r="http://schemas.openxmlformats.org/officeDocument/2006/relationships" id="2147483648" r:id="Rb00e19c116d1474b"/>
  </p:sldMasterIdLst>
  <p:notesMasterIdLst>
    <p:notesMasterId xmlns:r="http://schemas.openxmlformats.org/officeDocument/2006/relationships" r:id="R13b9d04dabd649b1"/>
  </p:notesMasterIdLst>
  <p:sldIdLst>
    <p:sldId xmlns:r="http://schemas.openxmlformats.org/officeDocument/2006/relationships" id="256" r:id="Rb8ae6f70fe2f4822"/>
    <p:sldId xmlns:r="http://schemas.openxmlformats.org/officeDocument/2006/relationships" id="257" r:id="Rbc2dba1e07cf440f"/>
    <p:sldId xmlns:r="http://schemas.openxmlformats.org/officeDocument/2006/relationships" id="258" r:id="R3a3cdf835d0c4dda"/>
    <p:sldId xmlns:r="http://schemas.openxmlformats.org/officeDocument/2006/relationships" id="259" r:id="R8704e2f793654018"/>
    <p:sldId xmlns:r="http://schemas.openxmlformats.org/officeDocument/2006/relationships" id="260" r:id="R570fab0dc18d48c3"/>
    <p:sldId xmlns:r="http://schemas.openxmlformats.org/officeDocument/2006/relationships" id="261" r:id="Rfc76cfbf04504667"/>
    <p:sldId xmlns:r="http://schemas.openxmlformats.org/officeDocument/2006/relationships" id="262" r:id="Rd549afecca504de5"/>
    <p:sldId xmlns:r="http://schemas.openxmlformats.org/officeDocument/2006/relationships" id="263" r:id="Rddee6aa5abed4802"/>
    <p:sldId xmlns:r="http://schemas.openxmlformats.org/officeDocument/2006/relationships" id="264" r:id="R0f11f155ae0d487e"/>
    <p:sldId xmlns:r="http://schemas.openxmlformats.org/officeDocument/2006/relationships" id="265" r:id="R151461190c684b49"/>
    <p:sldId xmlns:r="http://schemas.openxmlformats.org/officeDocument/2006/relationships" id="266" r:id="Rd6acb0f2067f41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e7b519d2684073" /><Relationship Type="http://schemas.openxmlformats.org/officeDocument/2006/relationships/slideMaster" Target="/ppt/slideMasters/slideMaster1.xml" Id="Rb00e19c116d1474b" /><Relationship Type="http://schemas.openxmlformats.org/officeDocument/2006/relationships/notesMaster" Target="/ppt/notesMasters/notesMaster1.xml" Id="R13b9d04dabd649b1" /><Relationship Type="http://schemas.openxmlformats.org/officeDocument/2006/relationships/presProps" Target="/ppt/presProps.xml" Id="R0e1de1b6dd964e91" /><Relationship Type="http://schemas.openxmlformats.org/officeDocument/2006/relationships/tableStyles" Target="/ppt/tableStyles.xml" Id="R539775a837bc4d41" /><Relationship Type="http://schemas.openxmlformats.org/officeDocument/2006/relationships/slide" Target="/ppt/slides/slide1.xml" Id="Rb8ae6f70fe2f4822" /><Relationship Type="http://schemas.openxmlformats.org/officeDocument/2006/relationships/slide" Target="/ppt/slides/slide2.xml" Id="Rbc2dba1e07cf440f" /><Relationship Type="http://schemas.openxmlformats.org/officeDocument/2006/relationships/slide" Target="/ppt/slides/slide3.xml" Id="R3a3cdf835d0c4dda" /><Relationship Type="http://schemas.openxmlformats.org/officeDocument/2006/relationships/slide" Target="/ppt/slides/slide4.xml" Id="R8704e2f793654018" /><Relationship Type="http://schemas.openxmlformats.org/officeDocument/2006/relationships/slide" Target="/ppt/slides/slide5.xml" Id="R570fab0dc18d48c3" /><Relationship Type="http://schemas.openxmlformats.org/officeDocument/2006/relationships/slide" Target="/ppt/slides/slide6.xml" Id="Rfc76cfbf04504667" /><Relationship Type="http://schemas.openxmlformats.org/officeDocument/2006/relationships/slide" Target="/ppt/slides/slide7.xml" Id="Rd549afecca504de5" /><Relationship Type="http://schemas.openxmlformats.org/officeDocument/2006/relationships/slide" Target="/ppt/slides/slide8.xml" Id="Rddee6aa5abed4802" /><Relationship Type="http://schemas.openxmlformats.org/officeDocument/2006/relationships/slide" Target="/ppt/slides/slide9.xml" Id="R0f11f155ae0d487e" /><Relationship Type="http://schemas.openxmlformats.org/officeDocument/2006/relationships/slide" Target="/ppt/slides/slide10.xml" Id="R151461190c684b49" /><Relationship Type="http://schemas.openxmlformats.org/officeDocument/2006/relationships/slide" Target="/ppt/slides/slide11.xml" Id="Rd6acb0f2067f41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ac33e98e2646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9955fcd1ab494f" /><Relationship Type="http://schemas.openxmlformats.org/officeDocument/2006/relationships/notesMaster" Target="/ppt/notesMasters/notesMaster1.xml" Id="Rb4aa0f47fe8444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6183f4f1ea46d8" /><Relationship Type="http://schemas.openxmlformats.org/officeDocument/2006/relationships/notesMaster" Target="/ppt/notesMasters/notesMaster1.xml" Id="Rbad5b216a3534a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72d4d625a74fa7" /><Relationship Type="http://schemas.openxmlformats.org/officeDocument/2006/relationships/notesMaster" Target="/ppt/notesMasters/notesMaster1.xml" Id="Rfae6d6728bea41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524489380941c1" /><Relationship Type="http://schemas.openxmlformats.org/officeDocument/2006/relationships/notesMaster" Target="/ppt/notesMasters/notesMaster1.xml" Id="Rd0a967a9078843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5ea88482a74ab4" /><Relationship Type="http://schemas.openxmlformats.org/officeDocument/2006/relationships/notesMaster" Target="/ppt/notesMasters/notesMaster1.xml" Id="R245581a45c8846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aa36c0bee6404a" /><Relationship Type="http://schemas.openxmlformats.org/officeDocument/2006/relationships/notesMaster" Target="/ppt/notesMasters/notesMaster1.xml" Id="Rbf174158987e4c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689c600e744607" /><Relationship Type="http://schemas.openxmlformats.org/officeDocument/2006/relationships/notesMaster" Target="/ppt/notesMasters/notesMaster1.xml" Id="Re74c3dabad3543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7bd88ac01742cf" /><Relationship Type="http://schemas.openxmlformats.org/officeDocument/2006/relationships/notesMaster" Target="/ppt/notesMasters/notesMaster1.xml" Id="Ra4e9c5ce56144f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1db9b47a074c35" /><Relationship Type="http://schemas.openxmlformats.org/officeDocument/2006/relationships/notesMaster" Target="/ppt/notesMasters/notesMaster1.xml" Id="R119e661a981249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e6136ec5d14c3f" /><Relationship Type="http://schemas.openxmlformats.org/officeDocument/2006/relationships/notesMaster" Target="/ppt/notesMasters/notesMaster1.xml" Id="Rb62eed97aecf40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b905df053c4c2f" /><Relationship Type="http://schemas.openxmlformats.org/officeDocument/2006/relationships/notesMaster" Target="/ppt/notesMasters/notesMaster1.xml" Id="R83c18e3db0734c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protocol: prewrite one meaning-equivalent phrase for each of the 18 held-out affordance names, then freeze the prompts before evaluation. Compare each canonical query word to its paraphrase on identical points and objects with the released OpenAD PN2 checkpoint frozen. Primary input is the 9,140 partial validation views; full shapes (2,285 objects) are a control. Report 18-action mean point-wise IoU excluding none and 19-class score including none, plus per-action IoU, AUC, false-positive point fraction, and any-alarm rate on negative objects. Compute paired confidence intervals by resampling objects. Support the primary hypothesis only if the average paired IoU gain is positive and the 95% interval excludes zero. The current validation data has already been used in other analyses, so seek an untouched split; otherwise call results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11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85d5b8b7ff4a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11d215c07943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606fc2f4db40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a5d01746b5f46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ce93eba0cc48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9f5472e1c845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A01936-D01B-4B67-A1CF-3234122170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DF04CE-3E22-45F8-92F3-56C845E69F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53FCDD-6784-4CA4-BFC5-A35DA55CA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A47AEA-65BE-42AD-AD44-E1EA5FEFE7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2F0598-895F-439B-838D-881F258BA2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FCF17D-E8F9-46AC-B83A-D8E0AC874F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55DACD-D7B8-4569-832E-4BEE89164E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CB1A6C-CEF8-42E1-AA21-F5726BF419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232C5B-1FC6-4314-BA61-79BC0EB0AF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ACB204-98EA-4E26-AC2E-A970F6B653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ef63cd56074f3e" /><Relationship Type="http://schemas.openxmlformats.org/officeDocument/2006/relationships/slideLayout" Target="/ppt/slideLayouts/slideLayout1.xml" Id="R30076740b55543ee" /><Relationship Type="http://schemas.openxmlformats.org/officeDocument/2006/relationships/slideLayout" Target="/ppt/slideLayouts/slideLayout2.xml" Id="R0b10dc5c06c94285" /><Relationship Type="http://schemas.openxmlformats.org/officeDocument/2006/relationships/slideLayout" Target="/ppt/slideLayouts/slideLayout3.xml" Id="R29e2bd4140f140e2" /><Relationship Type="http://schemas.openxmlformats.org/officeDocument/2006/relationships/slideLayout" Target="/ppt/slideLayouts/slideLayout4.xml" Id="R11afeb687c3648b3" /><Relationship Type="http://schemas.openxmlformats.org/officeDocument/2006/relationships/slideLayout" Target="/ppt/slideLayouts/slideLayout5.xml" Id="Rb483703143654326" /><Relationship Type="http://schemas.openxmlformats.org/officeDocument/2006/relationships/slideLayout" Target="/ppt/slideLayouts/slideLayout6.xml" Id="R941ecbb8ff1b40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076740b55543ee"/>
    <p:sldLayoutId xmlns:r="http://schemas.openxmlformats.org/officeDocument/2006/relationships" id="2147483650" r:id="R0b10dc5c06c94285"/>
    <p:sldLayoutId xmlns:r="http://schemas.openxmlformats.org/officeDocument/2006/relationships" id="2147483651" r:id="R29e2bd4140f140e2"/>
    <p:sldLayoutId xmlns:r="http://schemas.openxmlformats.org/officeDocument/2006/relationships" id="2147483652" r:id="R11afeb687c3648b3"/>
    <p:sldLayoutId xmlns:r="http://schemas.openxmlformats.org/officeDocument/2006/relationships" id="2147483653" r:id="Rb483703143654326"/>
    <p:sldLayoutId xmlns:r="http://schemas.openxmlformats.org/officeDocument/2006/relationships" id="2147483654" r:id="R941ecbb8ff1b40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ec5edca0b44eaa" /><Relationship Type="http://schemas.openxmlformats.org/officeDocument/2006/relationships/notesSlide" Target="/ppt/notesSlides/notesSlide1.xml" Id="Rb41c1516543441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73c6c932714faa" /><Relationship Type="http://schemas.openxmlformats.org/officeDocument/2006/relationships/notesSlide" Target="/ppt/notesSlides/notesSlide2.xml" Id="R7c60cab7cc6546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16f3f1808e408b" /><Relationship Type="http://schemas.openxmlformats.org/officeDocument/2006/relationships/notesSlide" Target="/ppt/notesSlides/notesSlide3.xml" Id="Rd8962fb0397448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e00b5ac040459b" /><Relationship Type="http://schemas.openxmlformats.org/officeDocument/2006/relationships/notesSlide" Target="/ppt/notesSlides/notesSlide4.xml" Id="R5c68a0fd9cd340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ff971430bd413e" /><Relationship Type="http://schemas.openxmlformats.org/officeDocument/2006/relationships/image" Target="/ppt/media/image.png" Id="R25f63575719a482c" /><Relationship Type="http://schemas.openxmlformats.org/officeDocument/2006/relationships/notesSlide" Target="/ppt/notesSlides/notesSlide5.xml" Id="Re5e942fbea674b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a580a09f7e4649" /><Relationship Type="http://schemas.openxmlformats.org/officeDocument/2006/relationships/notesSlide" Target="/ppt/notesSlides/notesSlide6.xml" Id="R3b123f7409e848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902f9253014e13" /><Relationship Type="http://schemas.openxmlformats.org/officeDocument/2006/relationships/notesSlide" Target="/ppt/notesSlides/notesSlide7.xml" Id="R91ceb3a24f4442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57498349524013" /><Relationship Type="http://schemas.openxmlformats.org/officeDocument/2006/relationships/notesSlide" Target="/ppt/notesSlides/notesSlide8.xml" Id="R8c24ccfc4f4c43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136be881034f33" /><Relationship Type="http://schemas.openxmlformats.org/officeDocument/2006/relationships/notesSlide" Target="/ppt/notesSlides/notesSlide9.xml" Id="R7b18752978c947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e14fcc7c964256" /><Relationship Type="http://schemas.openxmlformats.org/officeDocument/2006/relationships/notesSlide" Target="/ppt/notesSlides/notesSlide10.xml" Id="R2299b5fc112c4f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e759d435461410e" /><Relationship Type="http://schemas.openxmlformats.org/officeDocument/2006/relationships/notesSlide" Target="/ppt/notesSlides/notesSlide11.xml" Id="R4c04048e79f740f7"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7FB8E-E679-45AD-B510-BE64D16DAAC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CBA246-A05E-4748-8EF9-E4A0F07F9914}"/>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05C564D4-A3B2-4A4A-8606-E1E12F3B2CB3}"/>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D7BE3FB6-76DD-4EF7-B53C-E9761FE7A8E6}"/>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DCFF6FF8-73EA-4140-9906-0BEBC5FEBEF9}"/>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8013B773-288E-42F4-B212-B1B3690D5BA2}"/>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3867C388-EF5C-495E-8887-502DF3F4468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11</a:t>
            </a:r>
          </a:p>
        </p:txBody>
      </p:sp>
    </p:spTree>
    <p:extLst>
      <p:ext uri="{BB962C8B-B14F-4D97-AF65-F5344CB8AC3E}">
        <p14:creationId xmlns:p14="http://schemas.microsoft.com/office/powerpoint/2010/main" val="1777653864"/>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85B4F9-B3D6-4DA3-BB7B-AFF3469EE46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56E05F4-42F2-472E-81E8-B7043300888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95952C9F-3E5E-4B9F-98FC-A8EF2C01E20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BFFC7A-05E4-48BE-B617-EB13F01E8B2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11</a:t>
            </a:r>
          </a:p>
        </p:txBody>
      </p:sp>
      <p:sp>
        <p:nvSpPr>
          <p:cNvPr id="5" name="">
            <a:extLst xmlns:a="http://schemas.openxmlformats.org/drawingml/2006/main">
              <a:ext uri="{FF2B5EF4-FFF2-40B4-BE49-F238E27FC236}">
                <a16:creationId xmlns:a16="http://schemas.microsoft.com/office/drawing/2014/main" id="{A165F565-C2DA-4B8A-B821-9E4C847E665A}"/>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DCC08B1-4AB3-4159-8829-221F0EA8AEEA}"/>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E1BFB677-422B-4C63-A189-D376B86B0FF6}"/>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11692CF8-97A1-4B37-B96F-C21485196F63}"/>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47080CC8-72DF-451A-989F-B3AE089A7C3F}"/>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F96025FE-3460-4531-908B-98CDC23D24A0}"/>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24C542BF-AEDF-4449-90EB-0231DF1F7EDC}"/>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114846-4EE8-40CB-A175-D6B3056A833F}"/>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D5CA5448-3C4C-4734-8F16-1B2A5ACF28E3}"/>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42C16003-23ED-44CE-9E73-AD955293C712}"/>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F59E6C2B-46C7-42FB-BB88-1CAFF5958DD2}"/>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1D04E76F-5B0E-4709-8718-64B6E860ED45}"/>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905544325"/>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0E7D9A5-B9B4-4915-9614-058FB44D51F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14DCCF7-E947-41F4-921D-75EB488333A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25B3538D-CD8B-4761-B131-8554A24DC1B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546E14-47FF-4ADE-A804-D7734D4AC4D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11</a:t>
            </a:r>
          </a:p>
        </p:txBody>
      </p:sp>
      <p:sp>
        <p:nvSpPr>
          <p:cNvPr id="5" name="">
            <a:extLst xmlns:a="http://schemas.openxmlformats.org/drawingml/2006/main">
              <a:ext uri="{FF2B5EF4-FFF2-40B4-BE49-F238E27FC236}">
                <a16:creationId xmlns:a16="http://schemas.microsoft.com/office/drawing/2014/main" id="{259D269B-6348-4D65-9FAE-CBB963E50C3F}"/>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EBCAC60-CBE7-41AD-95DD-8E9FB8DAEB72}"/>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82A4748B-5BC5-4BA0-BF71-03CF19B60AE8}"/>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FB511F11-D434-4A76-9D71-D17D4A861C10}"/>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ADB34E-3EC1-47B8-925A-90B055334118}"/>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43C5891E-B1EF-434F-89B0-08A44B86A791}"/>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B3FDB3-C8E7-42ED-A9B0-B13D6E2B723A}"/>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D22DF050-BA9C-4FAA-A191-C08ABAEB23BF}"/>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E79788D-A962-4B31-B454-39CBB8953650}"/>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AD90047A-A490-464C-A9F9-32E427724BA1}"/>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C45EF0-525A-47B3-81A6-6D4215D1DD3D}"/>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2925F2F9-E485-4420-AC96-E9162132CD30}"/>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07CEC3E7-8B20-4435-90BC-6534EE6626F6}"/>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75F50824-27E9-49BE-93A2-DA5BA5ED8AB4}"/>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C7BBF052-4951-483F-AC39-B0849B1118EB}"/>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3465A47E-8CE5-468C-9387-E7E837750C09}"/>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146C7A4B-7903-424C-9C62-9CD8B854A051}"/>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7F895FF1-04B8-4A1D-AEE5-9642938C60FA}"/>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470EAB1D-A6B8-4991-857C-1F2630A0FC49}"/>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8CCCE76F-8041-44AD-BF6C-B237FFE402E6}"/>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DC9C3BDD-035D-46AE-A63F-7E24A1841452}"/>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1852636651"/>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B1ED87F-E134-4F2E-A4F7-DE2C53E36CC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7E78C29-6F52-4C17-8C6A-58536A98C31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281C2FA7-DDB7-44A6-B141-3C2329C95CC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CCE61D-2C65-4FC1-BF6E-DBFF621CD59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11</a:t>
            </a:r>
          </a:p>
        </p:txBody>
      </p:sp>
      <p:sp>
        <p:nvSpPr>
          <p:cNvPr id="5" name="">
            <a:extLst xmlns:a="http://schemas.openxmlformats.org/drawingml/2006/main">
              <a:ext uri="{FF2B5EF4-FFF2-40B4-BE49-F238E27FC236}">
                <a16:creationId xmlns:a16="http://schemas.microsoft.com/office/drawing/2014/main" id="{D2D0756B-9E23-447A-8E18-CA6318E8B985}"/>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FE976231-C719-45B4-B07C-9F105D5A15D2}"/>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4780598C-D74E-4FA8-8017-9A0F2FCD288D}"/>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BF959DC9-42D0-4778-9F1A-FE1D3FB9857F}"/>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5E7B5B3A-560D-4149-8B44-2ED0440E8263}"/>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B601B444-0363-4C63-AEEE-0E528E801D76}"/>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40D01F1A-A4E7-4D5A-8F45-C24DE76C34CA}"/>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B357DF90-882C-4853-85B7-428781C2CDF2}"/>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07B02B49-CA66-40FA-9B53-7656AD1ED4F8}"/>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390F967A-62FE-4FC4-AC60-A651FAE7332F}"/>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FFC48CA4-E8AF-465B-9802-9F4B2D1EF783}"/>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EEE2CC4E-B9BD-4999-9F24-8ECBB039590B}"/>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15864741-AF4F-4505-92BE-A53EAF38886A}"/>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63C0B466-DBE7-4F3C-A0F4-700C1626220C}"/>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45766D13-BBC9-4286-BD83-BF0C8A7364D3}"/>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3B007957-C80F-461C-A7D7-437B7C5EB115}"/>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41D5A62A-BD17-4499-9373-AD1C4A538D06}"/>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F016EB1F-1A70-4813-915C-B095673D3258}"/>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B7F185B0-9592-4707-BAE7-8B013AC30657}"/>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9450F8D8-70AE-49CA-A697-3FDB8B4AAB0F}"/>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746E4129-EBDE-4868-8B48-5EECAE6B0E65}"/>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F9319CB8-C381-490D-84F7-231316F9802E}"/>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051828802"/>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47CD63F-CF94-4FB2-AD20-53EE691D094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E5F5D9DA-D5FF-4998-89DE-2038DFE7837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8F88A141-27B3-4876-BB6A-FBE38D47011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76E1BA-D25B-4241-9E30-BD8CDCA7408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11</a:t>
            </a:r>
          </a:p>
        </p:txBody>
      </p:sp>
      <p:pic>
        <p:nvPicPr>
          <p:cNvPr id="5" name="">
            <a:extLst xmlns:a="http://schemas.openxmlformats.org/drawingml/2006/main">
              <a:ext uri="{FF2B5EF4-FFF2-40B4-BE49-F238E27FC236}">
                <a16:creationId xmlns:a16="http://schemas.microsoft.com/office/drawing/2014/main" id="{34D8C6BA-D79A-4FFF-BBF0-6EDD534B1047}"/>
              </a:ext>
            </a:extLst>
          </p:cNvPr>
          <p:cNvPicPr>
            <a:picLocks xmlns:a="http://schemas.openxmlformats.org/drawingml/2006/main" noChangeAspect="1"/>
          </p:cNvPicPr>
          <p:nvPr/>
        </p:nvPicPr>
        <p:blipFill>
          <a:blip xmlns:r="http://schemas.openxmlformats.org/officeDocument/2006/relationships" xmlns:a="http://schemas.openxmlformats.org/drawingml/2006/main" r:embed="R25f63575719a482c"/>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E8F41A5-4106-4650-8414-934BA206BCE1}"/>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68871DE0-11DC-4E14-BA06-8188E977248A}"/>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56299BF9-D57E-4653-A314-33CD7BECB782}"/>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2A74953F-BD93-42E3-BE82-7ECEF87456A4}"/>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C672E0D3-DADA-4FF9-8CD0-D73C328183F0}"/>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0D530CC5-63C0-4060-85AF-29EE35EB7D70}"/>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142036D5-B787-4975-AB28-1CCB6C94B592}"/>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C0F16DFF-E541-41AF-808D-705F497849DC}"/>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BBAA1E41-7B6D-426D-8443-B2713582F0F5}"/>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281790848"/>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4A53C8B-7210-4C01-8509-7C111464B5E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D4CE9520-AA94-47C0-98C6-E93FCF6E638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AC543ED3-108B-49C7-AF92-4C532890309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9F5FCB-D65F-42D1-8818-96AABF629F8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11</a:t>
            </a:r>
          </a:p>
        </p:txBody>
      </p:sp>
      <p:sp>
        <p:nvSpPr>
          <p:cNvPr id="5" name="">
            <a:extLst xmlns:a="http://schemas.openxmlformats.org/drawingml/2006/main">
              <a:ext uri="{FF2B5EF4-FFF2-40B4-BE49-F238E27FC236}">
                <a16:creationId xmlns:a16="http://schemas.microsoft.com/office/drawing/2014/main" id="{A167CBCC-C1B7-4BDE-A069-A01CF48E1035}"/>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4080D81A-1AD5-474A-8B42-F93467A30CDA}"/>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6BB6D91F-098C-432D-AC1D-91FBCEDC1022}"/>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6B9A4D8B-865F-4578-8D9F-F42BF95E509A}"/>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D4D402C3-1805-4FE2-9764-E8B8E7A7F423}"/>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B5AA391-9735-4326-8F34-91B5A0278DBF}"/>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457C7DC7-3B3A-4B35-A8DE-2F86FB1C2775}"/>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AD4E6F48-3381-401F-BFA3-56FD364AFA8B}"/>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476377-78FA-4E70-8327-722C6A5D9053}"/>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89AAD8C4-B8EC-4B77-B6FB-EC60381A9B44}"/>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25539CAE-EC55-4E38-9DFD-1C142E9BB514}"/>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8BF1F1-CFC6-465C-9E2E-00E76B792076}"/>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58E76C85-56EC-4129-B4C3-A682909306B1}"/>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33AF14D9-5D11-4503-89E0-AB56227C252D}"/>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AE558AA7-1DC3-4889-84B6-223FF76CCF52}"/>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320B287D-563A-4504-B6FA-DDA52061DAC7}"/>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E3D5047E-9399-452F-91F8-6F28E6A5A7F3}"/>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05895B77-77EB-4BB7-99F2-550E2F9CB3A5}"/>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2106276262"/>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260E04D-1768-420C-8106-05A21105B3C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15765580-E322-4E57-82A4-85144FC11C9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699E818C-CBD8-4003-A745-1145C0C305A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C2C0E7-C68A-48AB-970A-81F5404E9D9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11</a:t>
            </a:r>
          </a:p>
        </p:txBody>
      </p:sp>
      <p:sp>
        <p:nvSpPr>
          <p:cNvPr id="5" name="">
            <a:extLst xmlns:a="http://schemas.openxmlformats.org/drawingml/2006/main">
              <a:ext uri="{FF2B5EF4-FFF2-40B4-BE49-F238E27FC236}">
                <a16:creationId xmlns:a16="http://schemas.microsoft.com/office/drawing/2014/main" id="{A390BB86-DE31-492F-AC61-4F041B85D914}"/>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C778AAB0-29F2-4017-BDFB-6743F4CAFC84}"/>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5F04521C-0B52-45BE-BA89-B5121CF6C6E9}"/>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F6DBE592-D1FA-4434-A71F-06EF4E026959}"/>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87AD0FF-2364-421E-8652-3A173BBD6F8C}"/>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041188F1-2C3D-46EB-821C-629235E9AF8D}"/>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394F7A-9634-4B27-A356-069F4F2F9754}"/>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14041C56-E01C-43A5-8DB6-1282DCBE563D}"/>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541E744-8887-4589-9762-820E320574AD}"/>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616AB3C2-D412-4A06-8F26-50433C05CEEB}"/>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B9931A8E-B9BE-476D-B3E4-5D34F3272872}"/>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3E9F6C45-1A56-4A28-86AF-48528331588F}"/>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3082ECF5-794E-47DC-8DA3-F8E3944CC2A9}"/>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55D919FF-3626-4160-8444-4CD3027489E6}"/>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38EB5EFF-0C9D-49D7-85F9-64712EE34035}"/>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DD18465D-ADD9-4971-8706-D9286982CDB4}"/>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B7CF1D57-518E-4A85-A644-1FF805F2D172}"/>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728235147"/>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E49969-B99C-49B5-8CF6-2E3F1953CF5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06B372F-B0A1-414F-B7E5-F3100B3F16D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A81C5376-AC78-4EC7-B29F-9527F6CC463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AD69EA-5B22-4AEA-8661-4C72A177FBF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11</a:t>
            </a:r>
          </a:p>
        </p:txBody>
      </p:sp>
      <p:sp>
        <p:nvSpPr>
          <p:cNvPr id="5" name="">
            <a:extLst xmlns:a="http://schemas.openxmlformats.org/drawingml/2006/main">
              <a:ext uri="{FF2B5EF4-FFF2-40B4-BE49-F238E27FC236}">
                <a16:creationId xmlns:a16="http://schemas.microsoft.com/office/drawing/2014/main" id="{D3EB3C2D-7E5C-4595-8A25-5CC44B716FFD}"/>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5BC120A0-A34C-47B5-8102-6FA91225F349}"/>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06672DFD-832C-4F4C-B52A-E646D0334129}"/>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E02164B9-0406-4F70-9A7A-B7498E6B61D5}"/>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D7F12CBE-4BDF-4ADD-B150-80BBCD170A13}"/>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BDF56A8E-7C89-44E1-BEB2-BB69C83C442C}"/>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1A91B379-9C9C-4D18-993A-5FB985E2268C}"/>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A6374018-EC42-4032-8552-804BA79EC94B}"/>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mean gain is zero/negative or its 95% interval includes zero.</a:t>
            </a:r>
          </a:p>
        </p:txBody>
      </p:sp>
    </p:spTree>
    <p:extLst>
      <p:ext uri="{BB962C8B-B14F-4D97-AF65-F5344CB8AC3E}">
        <p14:creationId xmlns:p14="http://schemas.microsoft.com/office/powerpoint/2010/main" val="1904540493"/>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3D7C92F-6F7A-4962-921B-3F875DB995B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DEE8F54-CF9D-4DCE-B3F0-F04BE50D0EB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654F9C05-CFE4-4ECD-8248-C6443E9BF1C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18826C-5594-4A3C-B6CD-4ABF6BFBFAF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11</a:t>
            </a:r>
          </a:p>
        </p:txBody>
      </p:sp>
      <p:sp>
        <p:nvSpPr>
          <p:cNvPr id="5" name="">
            <a:extLst xmlns:a="http://schemas.openxmlformats.org/drawingml/2006/main">
              <a:ext uri="{FF2B5EF4-FFF2-40B4-BE49-F238E27FC236}">
                <a16:creationId xmlns:a16="http://schemas.microsoft.com/office/drawing/2014/main" id="{74BBD9C6-F3C6-4363-ACF3-69B216485C81}"/>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32B73570-FA33-4A11-9698-DDEE3DCA3C76}"/>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761E01E8-0DC3-41C1-AB6F-D69DA0808843}"/>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2CB09B-65F6-4F04-B9F3-09983205E14D}"/>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113E6CE2-6B4D-49F6-81B6-E87B0666654F}"/>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6F387A-9447-49E0-AE64-08E6E7ED91F1}"/>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2369CD45-29D5-4182-9783-849AE617736C}"/>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46D0B6E-70A5-41F6-89F5-C67242C0755B}"/>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A929701F-8555-40FD-8FD3-233846766260}"/>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3A5103-9683-4420-97D3-43B2F332F4AD}"/>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74052C78-018B-4788-AE63-3B566F11BF3B}"/>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E7DE952-4DF1-41FE-B003-8E50E3698885}"/>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E11406BB-08A3-40B9-80B3-0998C1151C27}"/>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02B4F9C9-E745-4C92-97F9-A5887A180205}"/>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0AC788BF-0E92-465E-8C65-A71D7D4D789E}"/>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9D1E0DD-C1EC-40F6-8ACD-8C6B67DBF8B7}"/>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5AA78ECB-BD27-4B02-9BE6-7BC0AC106E2A}"/>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13923E3-F281-4713-8559-B933B24A1EC7}"/>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E522595D-A70E-484B-AA69-AE1FEA073339}"/>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3C15310-B121-4BC2-B580-49529BB379B5}"/>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C478909D-EEC4-4396-B0C9-1B729A3B7038}"/>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F822916-0C06-46E7-B971-83951751DC82}"/>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84B625D0-3B72-47A5-ACC5-EFECDE3DC211}"/>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77ACA4C-1EDB-4127-9AEC-00EC6A995DB2}"/>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381290256"/>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1CC5A4C-C6F0-4017-B3D7-B673DBD2F1E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F0E2A5A6-457A-4943-A28A-D82B1076E45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a paired test across 18 actions</a:t>
            </a:r>
          </a:p>
        </p:txBody>
      </p:sp>
      <p:sp>
        <p:nvSpPr>
          <p:cNvPr id="3" name="">
            <a:extLst xmlns:a="http://schemas.openxmlformats.org/drawingml/2006/main">
              <a:ext uri="{FF2B5EF4-FFF2-40B4-BE49-F238E27FC236}">
                <a16:creationId xmlns:a16="http://schemas.microsoft.com/office/drawing/2014/main" id="{61176DCD-70A5-4096-922C-053D2F15F39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09C6B8-0282-42F3-999E-CADDD086244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11</a:t>
            </a:r>
          </a:p>
        </p:txBody>
      </p:sp>
      <p:sp>
        <p:nvSpPr>
          <p:cNvPr id="5" name="">
            <a:extLst xmlns:a="http://schemas.openxmlformats.org/drawingml/2006/main">
              <a:ext uri="{FF2B5EF4-FFF2-40B4-BE49-F238E27FC236}">
                <a16:creationId xmlns:a16="http://schemas.microsoft.com/office/drawing/2014/main" id="{CCF6CD52-543D-43D4-BD9B-36D17F78F0C4}"/>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C3B2F42-19AD-453D-9A46-E7ADCB62A458}"/>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8642F18F-8845-471A-846F-F48DAAF27A9D}"/>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FREEZE</a:t>
            </a:r>
          </a:p>
        </p:txBody>
      </p:sp>
      <p:sp>
        <p:nvSpPr>
          <p:cNvPr id="8" name="">
            <a:extLst xmlns:a="http://schemas.openxmlformats.org/drawingml/2006/main">
              <a:ext uri="{FF2B5EF4-FFF2-40B4-BE49-F238E27FC236}">
                <a16:creationId xmlns:a16="http://schemas.microsoft.com/office/drawing/2014/main" id="{7B109C14-FEB5-42C7-B6F0-283A72931276}"/>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one meaning-equivalent paraphrase for each of the 18 held-out actions. Lock the wording before evaluation.</a:t>
            </a:r>
          </a:p>
        </p:txBody>
      </p:sp>
      <p:sp>
        <p:nvSpPr>
          <p:cNvPr id="9" name="">
            <a:extLst xmlns:a="http://schemas.openxmlformats.org/drawingml/2006/main">
              <a:ext uri="{FF2B5EF4-FFF2-40B4-BE49-F238E27FC236}">
                <a16:creationId xmlns:a16="http://schemas.microsoft.com/office/drawing/2014/main" id="{0DB10697-DD73-4BDD-8E6E-D953CD354881}"/>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F0BAE06F-98AD-4869-B67F-9D941DB5F618}"/>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B77A0AF8-FEBF-43F5-BC49-DC1A7138A369}"/>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 BOTH</a:t>
            </a:r>
          </a:p>
        </p:txBody>
      </p:sp>
      <p:sp>
        <p:nvSpPr>
          <p:cNvPr id="12" name="">
            <a:extLst xmlns:a="http://schemas.openxmlformats.org/drawingml/2006/main">
              <a:ext uri="{FF2B5EF4-FFF2-40B4-BE49-F238E27FC236}">
                <a16:creationId xmlns:a16="http://schemas.microsoft.com/office/drawing/2014/main" id="{59FDF5AC-4B1D-42C8-9965-25DF4CBDE1DB}"/>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the canonical query word with its paraphrase using the same frozen OpenAD model, objects, views, and points.</a:t>
            </a:r>
          </a:p>
        </p:txBody>
      </p:sp>
      <p:sp>
        <p:nvSpPr>
          <p:cNvPr id="13" name="">
            <a:extLst xmlns:a="http://schemas.openxmlformats.org/drawingml/2006/main">
              <a:ext uri="{FF2B5EF4-FFF2-40B4-BE49-F238E27FC236}">
                <a16:creationId xmlns:a16="http://schemas.microsoft.com/office/drawing/2014/main" id="{88FC12D9-D8CC-4388-9839-78F5D4467D60}"/>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8D279A26-9725-4367-8FD0-1B20AC1CE1C6}"/>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8D379D40-FD5B-4773-9BC5-844BD8D34937}"/>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SCORE</a:t>
            </a:r>
          </a:p>
        </p:txBody>
      </p:sp>
      <p:sp>
        <p:nvSpPr>
          <p:cNvPr id="16" name="">
            <a:extLst xmlns:a="http://schemas.openxmlformats.org/drawingml/2006/main">
              <a:ext uri="{FF2B5EF4-FFF2-40B4-BE49-F238E27FC236}">
                <a16:creationId xmlns:a16="http://schemas.microsoft.com/office/drawing/2014/main" id="{30DA31B2-71B2-4E7C-9210-C4F879893FED}"/>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on partial views. Also report per-action IoU, the 19-class score, AUC, and false alarms.</a:t>
            </a:r>
          </a:p>
        </p:txBody>
      </p:sp>
      <p:sp>
        <p:nvSpPr>
          <p:cNvPr id="17" name="">
            <a:extLst xmlns:a="http://schemas.openxmlformats.org/drawingml/2006/main">
              <a:ext uri="{FF2B5EF4-FFF2-40B4-BE49-F238E27FC236}">
                <a16:creationId xmlns:a16="http://schemas.microsoft.com/office/drawing/2014/main" id="{C16D8740-FF9C-42B1-AD01-9FCA3AFE9FCD}"/>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572B2930-DA97-4F7C-A1C2-33C82F33EFF5}"/>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16AD9191-076D-47CA-A67D-80CE42194B84}"/>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DECIDE</a:t>
            </a:r>
          </a:p>
        </p:txBody>
      </p:sp>
      <p:sp>
        <p:nvSpPr>
          <p:cNvPr id="20" name="">
            <a:extLst xmlns:a="http://schemas.openxmlformats.org/drawingml/2006/main">
              <a:ext uri="{FF2B5EF4-FFF2-40B4-BE49-F238E27FC236}">
                <a16:creationId xmlns:a16="http://schemas.microsoft.com/office/drawing/2014/main" id="{00F58410-24A4-4C29-8F6F-6CC3B6257C5A}"/>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Bootstrap paired differences by object. Support the hypothesis only if mean IoU rises and the 95% interval excludes zero.</a:t>
            </a:r>
          </a:p>
        </p:txBody>
      </p:sp>
      <p:sp>
        <p:nvSpPr>
          <p:cNvPr id="21" name="">
            <a:extLst xmlns:a="http://schemas.openxmlformats.org/drawingml/2006/main">
              <a:ext uri="{FF2B5EF4-FFF2-40B4-BE49-F238E27FC236}">
                <a16:creationId xmlns:a16="http://schemas.microsoft.com/office/drawing/2014/main" id="{6D9A3B2A-12AE-4EC3-90F7-92B9AD289A89}"/>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Full shapes are a control. If the validation set is reused, label the run exploratory.</a:t>
            </a:r>
          </a:p>
        </p:txBody>
      </p:sp>
    </p:spTree>
    <p:extLst>
      <p:ext uri="{BB962C8B-B14F-4D97-AF65-F5344CB8AC3E}">
        <p14:creationId xmlns:p14="http://schemas.microsoft.com/office/powerpoint/2010/main" val="1448191978"/>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D759E09-7100-4ABF-BC31-D754C57D7E9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0D85979-6282-4E6A-8BDF-F540D91F182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6724BA31-3D2D-4A30-978B-CCD4C07A1B6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D5D1D4-A51D-46CE-A786-DEEB13D08DB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11</a:t>
            </a:r>
          </a:p>
        </p:txBody>
      </p:sp>
      <p:sp>
        <p:nvSpPr>
          <p:cNvPr id="5" name="">
            <a:extLst xmlns:a="http://schemas.openxmlformats.org/drawingml/2006/main">
              <a:ext uri="{FF2B5EF4-FFF2-40B4-BE49-F238E27FC236}">
                <a16:creationId xmlns:a16="http://schemas.microsoft.com/office/drawing/2014/main" id="{96CC2042-A601-4393-A098-D06BEC31C6D7}"/>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697B65B2-C369-4939-99E8-5D453ACF6FBB}"/>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157388BD-FD26-442C-9654-7A087EF8C5C3}"/>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3B8F2333-9CD1-498A-A43E-25F717E67321}"/>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60D17423-26AB-429C-BF1E-F443AE4ACE44}"/>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6EB09FF7-787D-447C-BB0B-ADC3F975899E}"/>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A43C2559-A8FA-492F-97DA-A99CCF151040}"/>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E5ACB821-7EB7-4482-A4C7-B9565BAA3B77}"/>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808E8CCF-4A48-4EC8-8246-955F8EAF1E70}"/>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754D5E64-4D02-4904-983C-D392E24B33F6}"/>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82555ADE-17C6-43C0-9D56-753F67AEA2FC}"/>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2FC59262-774B-4DC3-8E93-7D127FA08836}"/>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1D129D1D-B3CF-4A74-BAB8-DA4DBCD7FDEA}"/>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273EE84B-FC99-4B83-B3D8-66B9ED09CB2A}"/>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131B2241-D03C-4F4B-A7A7-771AE1B959AF}"/>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6884CCA7-9CD9-4A3E-B547-DA7802FDF0D8}"/>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1599528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2026-10-13T04:24:38.3330000Z</dcterms:created>
  <dcterms:modified xsi:type="dcterms:W3CDTF">2026-10-13T04:24:38.3330000Z</dcterms:modified>
</coreProperties>
</file>