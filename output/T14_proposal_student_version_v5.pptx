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37db32b7804bc4" /><Relationship Type="http://schemas.openxmlformats.org/officeDocument/2006/relationships/extended-properties" Target="/docProps/app.xml" Id="R1cd25e433d724bd8" /><Relationship Type="http://schemas.openxmlformats.org/officeDocument/2006/relationships/officeDocument" Target="/ppt/presentation.xml" Id="R393911c4e1ef47c1" /></Relationships>
</file>

<file path=ppt/presentation.xml><?xml version="1.0" encoding="utf-8"?>
<p:presentation xmlns:p="http://schemas.openxmlformats.org/presentationml/2006/main">
  <p:sldMasterIdLst>
    <p:sldMasterId xmlns:r="http://schemas.openxmlformats.org/officeDocument/2006/relationships" id="2147483648" r:id="R23eb7b5e66ec4ed4"/>
  </p:sldMasterIdLst>
  <p:notesMasterIdLst>
    <p:notesMasterId xmlns:r="http://schemas.openxmlformats.org/officeDocument/2006/relationships" r:id="R811920ccc912430c"/>
  </p:notesMasterIdLst>
  <p:sldIdLst>
    <p:sldId xmlns:r="http://schemas.openxmlformats.org/officeDocument/2006/relationships" id="256" r:id="R7c2892768d834e5b"/>
    <p:sldId xmlns:r="http://schemas.openxmlformats.org/officeDocument/2006/relationships" id="257" r:id="R89abc49fd43b4385"/>
    <p:sldId xmlns:r="http://schemas.openxmlformats.org/officeDocument/2006/relationships" id="258" r:id="R699e40fae047463f"/>
    <p:sldId xmlns:r="http://schemas.openxmlformats.org/officeDocument/2006/relationships" id="259" r:id="R2d1a54e4b67f441e"/>
    <p:sldId xmlns:r="http://schemas.openxmlformats.org/officeDocument/2006/relationships" id="260" r:id="Rcb0194f86cb64206"/>
    <p:sldId xmlns:r="http://schemas.openxmlformats.org/officeDocument/2006/relationships" id="261" r:id="R00bac42afd024372"/>
    <p:sldId xmlns:r="http://schemas.openxmlformats.org/officeDocument/2006/relationships" id="262" r:id="Raf65614393a04b03"/>
    <p:sldId xmlns:r="http://schemas.openxmlformats.org/officeDocument/2006/relationships" id="263" r:id="R6a993d9afe594859"/>
    <p:sldId xmlns:r="http://schemas.openxmlformats.org/officeDocument/2006/relationships" id="264" r:id="R90f239b8d4cc42fd"/>
    <p:sldId xmlns:r="http://schemas.openxmlformats.org/officeDocument/2006/relationships" id="265" r:id="Rcae1f506986643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64cd7dc60948f4" /><Relationship Type="http://schemas.openxmlformats.org/officeDocument/2006/relationships/slideMaster" Target="/ppt/slideMasters/slideMaster1.xml" Id="R23eb7b5e66ec4ed4" /><Relationship Type="http://schemas.openxmlformats.org/officeDocument/2006/relationships/notesMaster" Target="/ppt/notesMasters/notesMaster1.xml" Id="R811920ccc912430c" /><Relationship Type="http://schemas.openxmlformats.org/officeDocument/2006/relationships/presProps" Target="/ppt/presProps.xml" Id="Rd04b90712be94f84" /><Relationship Type="http://schemas.openxmlformats.org/officeDocument/2006/relationships/tableStyles" Target="/ppt/tableStyles.xml" Id="Rcdec27157b094d95" /><Relationship Type="http://schemas.openxmlformats.org/officeDocument/2006/relationships/slide" Target="/ppt/slides/slide1.xml" Id="R7c2892768d834e5b" /><Relationship Type="http://schemas.openxmlformats.org/officeDocument/2006/relationships/slide" Target="/ppt/slides/slide2.xml" Id="R89abc49fd43b4385" /><Relationship Type="http://schemas.openxmlformats.org/officeDocument/2006/relationships/slide" Target="/ppt/slides/slide3.xml" Id="R699e40fae047463f" /><Relationship Type="http://schemas.openxmlformats.org/officeDocument/2006/relationships/slide" Target="/ppt/slides/slide4.xml" Id="R2d1a54e4b67f441e" /><Relationship Type="http://schemas.openxmlformats.org/officeDocument/2006/relationships/slide" Target="/ppt/slides/slide5.xml" Id="Rcb0194f86cb64206" /><Relationship Type="http://schemas.openxmlformats.org/officeDocument/2006/relationships/slide" Target="/ppt/slides/slide6.xml" Id="R00bac42afd024372" /><Relationship Type="http://schemas.openxmlformats.org/officeDocument/2006/relationships/slide" Target="/ppt/slides/slide7.xml" Id="Raf65614393a04b03" /><Relationship Type="http://schemas.openxmlformats.org/officeDocument/2006/relationships/slide" Target="/ppt/slides/slide8.xml" Id="R6a993d9afe594859" /><Relationship Type="http://schemas.openxmlformats.org/officeDocument/2006/relationships/slide" Target="/ppt/slides/slide9.xml" Id="R90f239b8d4cc42fd" /><Relationship Type="http://schemas.openxmlformats.org/officeDocument/2006/relationships/slide" Target="/ppt/slides/slide10.xml" Id="Rcae1f506986643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0ff9a762f042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192c07e6e48c2" /><Relationship Type="http://schemas.openxmlformats.org/officeDocument/2006/relationships/notesMaster" Target="/ppt/notesMasters/notesMaster1.xml" Id="R99d5a84ad98a4e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e00d4e2c534af4" /><Relationship Type="http://schemas.openxmlformats.org/officeDocument/2006/relationships/notesMaster" Target="/ppt/notesMasters/notesMaster1.xml" Id="R355b279c705d42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1d0fd1029340da" /><Relationship Type="http://schemas.openxmlformats.org/officeDocument/2006/relationships/notesMaster" Target="/ppt/notesMasters/notesMaster1.xml" Id="R701750d8a9b34c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08c70225ac47ba" /><Relationship Type="http://schemas.openxmlformats.org/officeDocument/2006/relationships/notesMaster" Target="/ppt/notesMasters/notesMaster1.xml" Id="Rd2ceea4ced9147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770da9d54a47a5" /><Relationship Type="http://schemas.openxmlformats.org/officeDocument/2006/relationships/notesMaster" Target="/ppt/notesMasters/notesMaster1.xml" Id="Rb5deeecaf7b649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657104df514beb" /><Relationship Type="http://schemas.openxmlformats.org/officeDocument/2006/relationships/notesMaster" Target="/ppt/notesMasters/notesMaster1.xml" Id="R68179a2ae9ed4f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0ef057d4eb469b" /><Relationship Type="http://schemas.openxmlformats.org/officeDocument/2006/relationships/notesMaster" Target="/ppt/notesMasters/notesMaster1.xml" Id="Rdd394074d2d54e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2d017619534596" /><Relationship Type="http://schemas.openxmlformats.org/officeDocument/2006/relationships/notesMaster" Target="/ppt/notesMasters/notesMaster1.xml" Id="Rb5cafacf31214a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b9587763284ef9" /><Relationship Type="http://schemas.openxmlformats.org/officeDocument/2006/relationships/notesMaster" Target="/ppt/notesMasters/notesMaster1.xml" Id="Re1d9d39bda8344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a1eecd30574b23" /><Relationship Type="http://schemas.openxmlformats.org/officeDocument/2006/relationships/notesMaster" Target="/ppt/notesMasters/notesMaster1.xml" Id="R86587b5da99e49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ca3d06b5884e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21285f0a8747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8722b647bd4a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2ad06967374f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bd7d15dd2441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4718b04ec640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B40B9D-096A-4E8E-A1C3-87D061D9A1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6950F4-712A-47BB-B659-B1CC664261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C0C6FA-AAC4-4370-982A-A944D7D9B7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8BDE8D-2552-43B9-BD1C-3B144A7CDF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B3ABED-46A3-4489-A8F4-5D78A77E21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12150B-A209-4A8E-8245-F67B09FCB8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08989D-E2B2-43D7-A6AD-AE6C7E08A6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7A065A-D053-4E4B-BD5B-37BE29F8CC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9ADBDE-718C-4895-8D73-89EAFC0700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141349-FAF4-4D3A-9C43-AF78608709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960500df914bf7" /><Relationship Type="http://schemas.openxmlformats.org/officeDocument/2006/relationships/slideLayout" Target="/ppt/slideLayouts/slideLayout1.xml" Id="Rb086d8c752e84e24" /><Relationship Type="http://schemas.openxmlformats.org/officeDocument/2006/relationships/slideLayout" Target="/ppt/slideLayouts/slideLayout2.xml" Id="R54ac4e30ae364c09" /><Relationship Type="http://schemas.openxmlformats.org/officeDocument/2006/relationships/slideLayout" Target="/ppt/slideLayouts/slideLayout3.xml" Id="Rad355a6f0d2f452b" /><Relationship Type="http://schemas.openxmlformats.org/officeDocument/2006/relationships/slideLayout" Target="/ppt/slideLayouts/slideLayout4.xml" Id="Rf217e87941d64239" /><Relationship Type="http://schemas.openxmlformats.org/officeDocument/2006/relationships/slideLayout" Target="/ppt/slideLayouts/slideLayout5.xml" Id="R40c0de9a323c4f6e" /><Relationship Type="http://schemas.openxmlformats.org/officeDocument/2006/relationships/slideLayout" Target="/ppt/slideLayouts/slideLayout6.xml" Id="Rdd6f01a53b094f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86d8c752e84e24"/>
    <p:sldLayoutId xmlns:r="http://schemas.openxmlformats.org/officeDocument/2006/relationships" id="2147483650" r:id="R54ac4e30ae364c09"/>
    <p:sldLayoutId xmlns:r="http://schemas.openxmlformats.org/officeDocument/2006/relationships" id="2147483651" r:id="Rad355a6f0d2f452b"/>
    <p:sldLayoutId xmlns:r="http://schemas.openxmlformats.org/officeDocument/2006/relationships" id="2147483652" r:id="Rf217e87941d64239"/>
    <p:sldLayoutId xmlns:r="http://schemas.openxmlformats.org/officeDocument/2006/relationships" id="2147483653" r:id="R40c0de9a323c4f6e"/>
    <p:sldLayoutId xmlns:r="http://schemas.openxmlformats.org/officeDocument/2006/relationships" id="2147483654" r:id="Rdd6f01a53b094f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5ef98205654fbb" /><Relationship Type="http://schemas.openxmlformats.org/officeDocument/2006/relationships/notesSlide" Target="/ppt/notesSlides/notesSlide1.xml" Id="Re7e7525787f34e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da0ec901fa4f18" /><Relationship Type="http://schemas.openxmlformats.org/officeDocument/2006/relationships/notesSlide" Target="/ppt/notesSlides/notesSlide2.xml" Id="R2ff7ed0804804c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5d748063e9481c" /><Relationship Type="http://schemas.openxmlformats.org/officeDocument/2006/relationships/notesSlide" Target="/ppt/notesSlides/notesSlide3.xml" Id="R6a9fdd251a7b4b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282ff2d7b248e6" /><Relationship Type="http://schemas.openxmlformats.org/officeDocument/2006/relationships/notesSlide" Target="/ppt/notesSlides/notesSlide4.xml" Id="R7d24292d933d4e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2eb634c3364b08" /><Relationship Type="http://schemas.openxmlformats.org/officeDocument/2006/relationships/image" Target="/ppt/media/image.png" Id="R3177057e5cce4baa" /><Relationship Type="http://schemas.openxmlformats.org/officeDocument/2006/relationships/notesSlide" Target="/ppt/notesSlides/notesSlide5.xml" Id="Rb2153a94454a48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04ffda7f9c4e28" /><Relationship Type="http://schemas.openxmlformats.org/officeDocument/2006/relationships/notesSlide" Target="/ppt/notesSlides/notesSlide6.xml" Id="R621e5bfb00b94a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57123448014e85" /><Relationship Type="http://schemas.openxmlformats.org/officeDocument/2006/relationships/notesSlide" Target="/ppt/notesSlides/notesSlide7.xml" Id="Rb5c6630928944f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6d7746799040ef" /><Relationship Type="http://schemas.openxmlformats.org/officeDocument/2006/relationships/notesSlide" Target="/ppt/notesSlides/notesSlide8.xml" Id="Rd7cc270b2d9443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85206340a44603" /><Relationship Type="http://schemas.openxmlformats.org/officeDocument/2006/relationships/notesSlide" Target="/ppt/notesSlides/notesSlide9.xml" Id="R4a86bcc6222140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8eeea15d1945ae" /><Relationship Type="http://schemas.openxmlformats.org/officeDocument/2006/relationships/notesSlide" Target="/ppt/notesSlides/notesSlide10.xml" Id="R5963bdf7c6ac492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F11D4D-636B-4C5D-8293-1C00F8D0418F}"/>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88BF5A-1395-4436-A67A-51CA9F0A963F}"/>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3A56D7C5-5846-444C-AB98-1C94B00A4100}"/>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CA43B9FA-BFEB-488E-A4CF-E2C804E9D1F4}"/>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C656809D-1EF2-4917-8B3B-CD3E2AA586A9}"/>
              </a:ext>
            </a:extLst>
          </p:cNvPr>
          <p:cNvSpPr>
            <a:spLocks xmlns:a="http://schemas.openxmlformats.org/drawingml/2006/main" noGrp="1"/>
          </p:cNvSpPr>
          <p:nvPr/>
        </p:nvSpPr>
        <p:spPr>
          <a:xfrm xmlns:a="http://schemas.openxmlformats.org/drawingml/2006/main">
            <a:off x="762000" y="4591050"/>
            <a:ext cx="4953000" cy="857250"/>
          </a:xfrm>
          <a:prstGeom xmlns:a="http://schemas.openxmlformats.org/drawingml/2006/main" prst="roundRect">
            <a:avLst>
              <a:gd name="adj" fmla="val 8889"/>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1364DA33-8753-47CB-AFC0-EFDC6B78E06C}"/>
              </a:ext>
            </a:extLst>
          </p:cNvPr>
          <p:cNvSpPr>
            <a:spLocks xmlns:a="http://schemas.openxmlformats.org/drawingml/2006/main" noGrp="1"/>
          </p:cNvSpPr>
          <p:nvPr/>
        </p:nvSpPr>
        <p:spPr>
          <a:xfrm xmlns:a="http://schemas.openxmlformats.org/drawingml/2006/main">
            <a:off x="990600" y="47148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a:ea typeface="Avenir"/>
                <a:cs typeface="Avenir"/>
              </a:defRPr>
            </a:defPPr>
          </a:lstStyle>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Team [NN] · [Names]</a:t>
            </a:r>
          </a:p>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CSE 59358-01</a:t>
            </a:r>
          </a:p>
        </p:txBody>
      </p:sp>
      <p:sp>
        <p:nvSpPr>
          <p:cNvPr id="7" name="">
            <a:extLst xmlns:a="http://schemas.openxmlformats.org/drawingml/2006/main">
              <a:ext uri="{FF2B5EF4-FFF2-40B4-BE49-F238E27FC236}">
                <a16:creationId xmlns:a16="http://schemas.microsoft.com/office/drawing/2014/main" id="{FFD45BAC-D57F-4588-B301-C826DAAF3F18}"/>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BAF55C56-B98F-4FF8-BD48-9E1E818E984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797304148"/>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75BE4A0-ACC7-4A8E-8B2F-DE76A2667D1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E505B1C-5928-4480-8504-0C16130CC63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39E25F04-64C3-4259-9E67-9A59E931638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9CAB3B-7217-48E2-916E-502F9E30F85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CB3F254E-805B-405A-B203-450459856519}"/>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D806F596-F3F3-4BF3-9A6A-75D4199918D3}"/>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725BF435-A871-49C7-A794-41AA036B6A67}"/>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1BB0B3FB-0895-484F-B98F-D04E3BF806D8}"/>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DDE8B354-CDA5-4490-AD09-514A75CFEA55}"/>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ED864DE3-2527-44FA-BA31-305BAB613BB7}"/>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E3E6292A-054C-4E90-B43E-3691745ECF36}"/>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BD72C4-A652-4BF2-A191-99339D11EBA8}"/>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07E8B80E-819B-45D3-959B-0760859B2B0A}"/>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DBCE41BC-97EA-4991-B486-7407917932CB}"/>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27C40B66-F5B9-4573-8B46-79F2F178EE55}"/>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82805E47-3812-46AF-8E39-996FFCDB7D8C}"/>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189696713"/>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78DFF47-382C-4A23-B3D0-2DE5C44804E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C645FC48-59F0-4E16-9F6E-4B9A297E73C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15D0544D-A8BD-481D-B934-DB4F072EF62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CC647A-F0D2-41D7-83BD-80286385A4E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929E7407-C0FA-4006-A664-EDC2516D49DE}"/>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55BA870-B434-4C64-916B-0B7EB4C84ACA}"/>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CD494836-8A74-494A-B128-460F60691F8A}"/>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68253F3F-920E-4CBF-98B4-A0904EFDC38D}"/>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219C5C-4C97-44A4-B312-73BCF22FF213}"/>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5E39756C-8E9A-4154-ACA1-9342047F80DE}"/>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C6AB91-44EA-4D5F-B12D-7AAB81E5D6FB}"/>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A24568B7-0B1A-474C-9C0C-5EA39DB454F6}"/>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EBA1048-94EF-493C-BFFC-B001CF3CFBE4}"/>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005F792A-E5E8-451F-AFAE-EDF0BB443E85}"/>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480B215-A92F-4123-AC6E-A423D3B42D1F}"/>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390500F7-9582-4D01-BC7B-41E6BAD4D867}"/>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6F5A9463-AA24-40B6-ACB0-A94DC8D6C7F3}"/>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9E3ED057-73E7-4BD1-87CD-B2EC450E4347}"/>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ADE36C2E-8976-49BD-B55F-D118613FE683}"/>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951A9013-3362-4A89-87A4-0243ED6C413E}"/>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4ABBDFEE-A51C-4FAC-8718-C9548C803F02}"/>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D86C650A-3C6C-4CE3-869F-4BA3785B9790}"/>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5C8EDC43-CDDA-4886-AE0C-63FCF3BCB939}"/>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2020BB84-4810-4FD1-9326-F867B0D1F388}"/>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2052791B-1112-4EB3-A851-711681FFABA5}"/>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2025634338"/>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9C24488-9E0E-43E0-90A2-F6119F70D22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B191AE0-1BD6-4A61-95C9-63D5A0200FE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80844B29-4DCF-49B7-A0F1-AEA1F2D28AF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89EA09-DC59-4B09-AF05-C41A2101B86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02EB63FC-1563-4A1B-9D77-72858D139B51}"/>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8E78B570-0C0D-448F-B765-03F76C46C288}"/>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D67E2961-6315-4291-B402-B837671940E4}"/>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ABECF094-8FB7-4EB7-BA1E-C88DC61DD5B5}"/>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FCEEB943-E654-44E7-B840-9C4F8B0FE282}"/>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14BD5964-D1B3-4363-9F54-16ADA69DBB55}"/>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37EDF159-3988-45F1-BF1C-49578E916C39}"/>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F83F9B69-46D7-47A0-9214-D1D22BF204EE}"/>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5B5A0428-B0A1-4F2A-AC21-339C19612D41}"/>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07539E2A-69B6-4CD7-97A5-5CA11E06F2C3}"/>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DCB0C8F6-C9EA-4CCD-93E1-0C2E58E38D53}"/>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2CC9CA4C-7319-4140-BAE7-848C5BE72D60}"/>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CAA51C26-2811-40A4-B9B0-16155CB95263}"/>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C3F28B06-AF98-4B92-B54E-B2CFE977AF8B}"/>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EADE3978-7C13-483C-812D-0B0CD4CFD472}"/>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54B24B60-DAFF-48CD-80A0-31B340020660}"/>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F6A77EA4-F541-4C2F-AE5D-53C333A64B3F}"/>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44A8D14B-51B1-46C4-BE5F-6C97ACC1B005}"/>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4AC629FA-FB80-4A5A-ABA9-8A709DF60832}"/>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AE0764CA-868C-45CC-ADE0-F6B7E7530D5C}"/>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F97EEE32-FF36-413A-BD07-003CBB52D3E9}"/>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14319A81-7CE2-42C6-A75F-FBC482629688}"/>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543486922"/>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44FFDA-50B6-4EA4-A5D1-BBBFAFBB32A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39B1444C-4789-4173-AF16-EF07D523E70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8E85E42B-F461-423F-B6D9-EE9A2A9DBB6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C0CFB8-208B-416A-8B55-6A0E839C460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3E2B48C4-B890-4556-A33A-B0DA81684E09}"/>
              </a:ext>
            </a:extLst>
          </p:cNvPr>
          <p:cNvPicPr>
            <a:picLocks xmlns:a="http://schemas.openxmlformats.org/drawingml/2006/main" noChangeAspect="1"/>
          </p:cNvPicPr>
          <p:nvPr/>
        </p:nvPicPr>
        <p:blipFill>
          <a:blip xmlns:r="http://schemas.openxmlformats.org/officeDocument/2006/relationships" xmlns:a="http://schemas.openxmlformats.org/drawingml/2006/main" r:embed="R3177057e5cce4baa"/>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1FDD5A-F257-4573-94D3-5985846732A1}"/>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2355A688-BC31-49A9-B970-1B9A47384A94}"/>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FBF4C7CA-6058-4F8D-9587-19D200E9018D}"/>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DD72785B-8CF4-4FB1-8350-4D0E25C3DF8F}"/>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1C105377-E192-45E1-B7C1-1B429A0C9000}"/>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F4B11A46-385B-434E-8DF2-59D2D11A2627}"/>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9DD9937A-120D-48B4-8758-3D44A7DD961C}"/>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54099F5E-2A84-4360-82E8-B43CC37BC06D}"/>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AFC203D1-1665-4218-8D05-99D8C6F770AA}"/>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645866762"/>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0431B16-F595-4B03-986C-356EC524038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1F4C3879-8727-4A65-8083-630D74998EE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4427A213-99A0-4A91-95A0-AF371E7C14B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459278-9EB9-4C74-965C-7B4CEB3DACD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B3C12C19-700F-4FBC-A405-81BE836FD2CA}"/>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B5646329-479E-4F5D-8F7D-6CDB2977707B}"/>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CD4F0A8F-4E2E-4E75-B784-C77548CC9118}"/>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69DA6C42-DB19-49F2-8CD6-4828016CF998}"/>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E37D96F3-08A2-438D-9234-AD0EE41AB109}"/>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C77F19-DFA5-49B7-B8AE-E525CD2EAC1E}"/>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5D9DB924-E98A-4302-996C-FF57F1BB678F}"/>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B8FA48EA-5F63-43C5-BBB0-3653E8CA9F25}"/>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1B556E-368E-433D-92C0-3ABC3A1E3C1D}"/>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3C63D3F1-E892-4767-9B36-78921ED2A677}"/>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C2BB738F-A940-46A8-98AC-B00DC20C7A17}"/>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5BBAF0E-4559-433E-8839-14214F4E486B}"/>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CD958F6E-ECE6-4CE3-8264-B51E1D704AC3}"/>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B8B5A740-154E-43E3-BE00-5570291847E7}"/>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F61D8098-DD93-481C-B610-B0D31A9BFF33}"/>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14A20686-68D6-45B5-8B64-1F883BDDEC63}"/>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ABFE2291-F594-42BA-9BC6-7D0025EC59F2}"/>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B78F141E-2312-4460-BF51-F1503433D28C}"/>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358645713"/>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E41289-8131-4A8F-9723-2BA52BD33B0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DD16ACC-CDCA-48F9-BE92-B1BBD7E87C8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6350DA6E-F1E7-4B7B-963B-A44C8E25F88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978A5A-1652-4F93-A875-540C3765D35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AC177DD6-5654-4539-AB1A-FABDD8618209}"/>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DBF5C63-FBB8-4019-B59E-EFD055D83859}"/>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16430A0C-6AFF-407F-A545-E903BC6AC3B1}"/>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EAD71BAC-4F19-4733-8C0C-5327EFCFDE96}"/>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ADE4750-165D-4594-99AB-9BF558C4A90D}"/>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DA5D5D31-BB69-4FE9-BD5B-B63FF452B621}"/>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09FDEE-DC40-4BD3-A941-6803F4EFCB02}"/>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0F5DD65B-D914-4E3E-9032-CD0A3AC0D643}"/>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5A3D9C0-BE01-4E5D-94F3-465F7420F44E}"/>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AC326AE7-6A5A-4547-B047-48544A1E4907}"/>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CBDE8522-9670-4689-866E-2AB330CC06CC}"/>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3CDDFF94-00B2-43B1-8990-28C2C91423DD}"/>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8DFDDB39-6DAF-4AE1-8698-62CE0C3C9838}"/>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A941F154-0E22-44F0-86D5-970CBACA8AD5}"/>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3C23075C-F891-4376-AE34-3D96A6C69330}"/>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13372FF1-56BD-404C-8567-F64BFA1E4DC2}"/>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E2F4784D-E946-40DD-A890-CB01593B55D1}"/>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47051127"/>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4AA558-683B-41B6-A3E6-AAB2C3DD4A7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A4448D2-AC61-415D-84B7-921B4428CB3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4D1A9FDA-0FF9-44F1-8F89-BA4C04322E3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55F088-F27B-4222-A375-8733F914DA8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233E0179-68D2-4AF7-9F6F-E5FC9BBA866F}"/>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DFCEABBE-7DA0-49F1-8710-D967D182F814}"/>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DF5AB924-39E7-4EC1-8BAD-7DF7F64166AE}"/>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C502F243-6870-4E3E-BAE2-96D646FF75FF}"/>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7FF83849-97BA-44AF-9660-3911DDAAC2A6}"/>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C02457E8-04E5-429C-8706-A360044284F6}"/>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D006E807-5168-42C5-BA4A-0FF9B9FD53AC}"/>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98B7F80A-D795-45CB-BBE8-896109095D5C}"/>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1287867554"/>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286EB4D-90CD-475F-BC14-243D23E85FE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497A46E-DA55-48D1-BB61-954B8FB8601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7298696E-37C3-43A5-965F-73876C1C10C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8E5711-A6C8-40BB-896F-51BE116455A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3FA52AC2-A42F-48B4-914B-4019D6BEEBDF}"/>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2A120407-C625-4E54-876C-75773D2FD6D1}"/>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52FA3285-71A7-46DE-BF73-C8BE006C0677}"/>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1AEC5B-0E49-4E86-92A6-99B6CCF0FF97}"/>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D9A55DB1-CFA2-434E-8CBC-992DE00EB1CC}"/>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47B4C7-F756-4199-BF51-4828D9A03B8B}"/>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5850784E-112C-4D7E-AF5C-B999330F6D77}"/>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7A4E31-8AD5-45A0-AE1A-F4B985DBBD1D}"/>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9B7B43FB-A4C3-4550-A283-2F8D2EDC8358}"/>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80D27E1-F4F4-4F72-B641-75685A3F6AF8}"/>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5A0FA1AF-78D5-4E3E-A028-19EE8B445D64}"/>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9079B16-D8DC-4BBB-82CE-679D1EB34B3E}"/>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537B3DCF-C23B-48DB-ADC9-89315135DA21}"/>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BD3FF365-45C2-4186-ACF6-49ABDE6F4733}"/>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F1566488-1837-465E-96F7-EB2143BD6FB0}"/>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9F971F9-CA0F-43B5-BB1F-B4D40267E104}"/>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EC66C905-E7A7-47CE-8BD0-71F606A5CDE3}"/>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7A5F0B6-FA95-4473-9CAC-C49D982B820F}"/>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EFDE4924-F709-436F-8F60-8BA9F7E6D4C2}"/>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D0EF0D3-5DF7-48D2-BA83-66184180B8B8}"/>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6D178525-32C5-4AA5-B7B3-B6D247391F6B}"/>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ECD9A73-6399-4570-B159-0A62586041E0}"/>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368A2517-0D16-4F36-A42D-7D11DB5DCD6B}"/>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272C01F-E6A8-4ADF-B670-B1184BACA568}"/>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463720485"/>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05DABD-6690-4CF6-9D1C-F97471547CD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43C6BAC-7EDF-457A-A948-05C42189A52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28BC9F66-AF80-450B-B2A6-32B9749981A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CAA410-194E-4BC5-BAD6-D56BB9E6A36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7F599CCF-630A-447C-9095-B8845C5425D5}"/>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1630653E-41A4-4989-B7E2-E3D3211605B7}"/>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14BEE84D-0C2D-4EB2-A056-9B1C9809756E}"/>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499FE75B-88DC-42DC-80D7-7FD49CA198D5}"/>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4E4F6AE2-CE47-4551-BD6A-90897F582D22}"/>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3E58BDC7-D68E-470A-88A5-EC4CB01BE792}"/>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F0501A1E-019A-4222-BAD3-991512B27D1C}"/>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28B48CAD-E980-4F30-BFCB-93D3D158BB75}"/>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810A2B7A-20D1-4181-A5D5-5F10B15186C4}"/>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B7DCC9E1-2487-4752-AFF6-D1013D669368}"/>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ECEF1455-A617-4249-9A3C-BE7FFF1C7522}"/>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BBD8CAF7-953E-4711-817C-EB74FF980684}"/>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8C64EDFF-C88E-45B4-AFAD-50C7D5DDD0FF}"/>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4DF51785-65C5-4457-95DD-F813863CED2C}"/>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F5957C3A-3C62-4059-B7E4-461B8F3AB830}"/>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B7E1FF2E-77DE-45A3-9234-1C518FE77ADC}"/>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1715256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2026-10-13T04:17:30.7180000Z</dcterms:created>
  <dcterms:modified xsi:type="dcterms:W3CDTF">2026-10-13T04:17:30.7180000Z</dcterms:modified>
</coreProperties>
</file>