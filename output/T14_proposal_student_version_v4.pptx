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e96355c4a44824" /><Relationship Type="http://schemas.openxmlformats.org/officeDocument/2006/relationships/extended-properties" Target="/docProps/app.xml" Id="R52f18bd4a5c84512" /><Relationship Type="http://schemas.openxmlformats.org/officeDocument/2006/relationships/officeDocument" Target="/ppt/presentation.xml" Id="R310b7131b4a44768" /></Relationships>
</file>

<file path=ppt/presentation.xml><?xml version="1.0" encoding="utf-8"?>
<p:presentation xmlns:p="http://schemas.openxmlformats.org/presentationml/2006/main">
  <p:sldMasterIdLst>
    <p:sldMasterId xmlns:r="http://schemas.openxmlformats.org/officeDocument/2006/relationships" id="2147483648" r:id="R00db93293c4440bb"/>
  </p:sldMasterIdLst>
  <p:notesMasterIdLst>
    <p:notesMasterId xmlns:r="http://schemas.openxmlformats.org/officeDocument/2006/relationships" r:id="R5df47f71b1864fae"/>
  </p:notesMasterIdLst>
  <p:sldIdLst>
    <p:sldId xmlns:r="http://schemas.openxmlformats.org/officeDocument/2006/relationships" id="256" r:id="R6c3ed93ffbe04791"/>
    <p:sldId xmlns:r="http://schemas.openxmlformats.org/officeDocument/2006/relationships" id="257" r:id="R2da58f02a7e14215"/>
    <p:sldId xmlns:r="http://schemas.openxmlformats.org/officeDocument/2006/relationships" id="258" r:id="R7568c75f1e4147d2"/>
    <p:sldId xmlns:r="http://schemas.openxmlformats.org/officeDocument/2006/relationships" id="259" r:id="Re03146fd21904a54"/>
    <p:sldId xmlns:r="http://schemas.openxmlformats.org/officeDocument/2006/relationships" id="260" r:id="R9d336b9291254a3c"/>
    <p:sldId xmlns:r="http://schemas.openxmlformats.org/officeDocument/2006/relationships" id="261" r:id="R3ae2b261f1dd41d7"/>
    <p:sldId xmlns:r="http://schemas.openxmlformats.org/officeDocument/2006/relationships" id="262" r:id="Rf8c7b3c30bb1433d"/>
    <p:sldId xmlns:r="http://schemas.openxmlformats.org/officeDocument/2006/relationships" id="263" r:id="R5607a695143a4ac8"/>
    <p:sldId xmlns:r="http://schemas.openxmlformats.org/officeDocument/2006/relationships" id="264" r:id="R592bdcee744b489e"/>
    <p:sldId xmlns:r="http://schemas.openxmlformats.org/officeDocument/2006/relationships" id="265" r:id="R3e47740ef9464f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5998b5008e4dc1" /><Relationship Type="http://schemas.openxmlformats.org/officeDocument/2006/relationships/slideMaster" Target="/ppt/slideMasters/slideMaster1.xml" Id="R00db93293c4440bb" /><Relationship Type="http://schemas.openxmlformats.org/officeDocument/2006/relationships/notesMaster" Target="/ppt/notesMasters/notesMaster1.xml" Id="R5df47f71b1864fae" /><Relationship Type="http://schemas.openxmlformats.org/officeDocument/2006/relationships/presProps" Target="/ppt/presProps.xml" Id="R3f0e1855ece3443c" /><Relationship Type="http://schemas.openxmlformats.org/officeDocument/2006/relationships/tableStyles" Target="/ppt/tableStyles.xml" Id="R1cae0ffa477b491f" /><Relationship Type="http://schemas.openxmlformats.org/officeDocument/2006/relationships/slide" Target="/ppt/slides/slide1.xml" Id="R6c3ed93ffbe04791" /><Relationship Type="http://schemas.openxmlformats.org/officeDocument/2006/relationships/slide" Target="/ppt/slides/slide2.xml" Id="R2da58f02a7e14215" /><Relationship Type="http://schemas.openxmlformats.org/officeDocument/2006/relationships/slide" Target="/ppt/slides/slide3.xml" Id="R7568c75f1e4147d2" /><Relationship Type="http://schemas.openxmlformats.org/officeDocument/2006/relationships/slide" Target="/ppt/slides/slide4.xml" Id="Re03146fd21904a54" /><Relationship Type="http://schemas.openxmlformats.org/officeDocument/2006/relationships/slide" Target="/ppt/slides/slide5.xml" Id="R9d336b9291254a3c" /><Relationship Type="http://schemas.openxmlformats.org/officeDocument/2006/relationships/slide" Target="/ppt/slides/slide6.xml" Id="R3ae2b261f1dd41d7" /><Relationship Type="http://schemas.openxmlformats.org/officeDocument/2006/relationships/slide" Target="/ppt/slides/slide7.xml" Id="Rf8c7b3c30bb1433d" /><Relationship Type="http://schemas.openxmlformats.org/officeDocument/2006/relationships/slide" Target="/ppt/slides/slide8.xml" Id="R5607a695143a4ac8" /><Relationship Type="http://schemas.openxmlformats.org/officeDocument/2006/relationships/slide" Target="/ppt/slides/slide9.xml" Id="R592bdcee744b489e" /><Relationship Type="http://schemas.openxmlformats.org/officeDocument/2006/relationships/slide" Target="/ppt/slides/slide10.xml" Id="R3e47740ef9464f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33da0cfffb4b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df31e9045c4640" /><Relationship Type="http://schemas.openxmlformats.org/officeDocument/2006/relationships/notesMaster" Target="/ppt/notesMasters/notesMaster1.xml" Id="R4a6118056cc644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f20bb13af149ab" /><Relationship Type="http://schemas.openxmlformats.org/officeDocument/2006/relationships/notesMaster" Target="/ppt/notesMasters/notesMaster1.xml" Id="R04f4b75cc6154c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ef69b6ac4444b7" /><Relationship Type="http://schemas.openxmlformats.org/officeDocument/2006/relationships/notesMaster" Target="/ppt/notesMasters/notesMaster1.xml" Id="R4ee8fdb929504d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c665c2c50b467a" /><Relationship Type="http://schemas.openxmlformats.org/officeDocument/2006/relationships/notesMaster" Target="/ppt/notesMasters/notesMaster1.xml" Id="R2b42624ffd4948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deb45fc1df4ba0" /><Relationship Type="http://schemas.openxmlformats.org/officeDocument/2006/relationships/notesMaster" Target="/ppt/notesMasters/notesMaster1.xml" Id="R363e8eb7857348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3d4ffbf19d4f3f" /><Relationship Type="http://schemas.openxmlformats.org/officeDocument/2006/relationships/notesMaster" Target="/ppt/notesMasters/notesMaster1.xml" Id="Rf18bf77c29364f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d55f6935e648d9" /><Relationship Type="http://schemas.openxmlformats.org/officeDocument/2006/relationships/notesMaster" Target="/ppt/notesMasters/notesMaster1.xml" Id="R0fbd5d92504b47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c48a6909264663" /><Relationship Type="http://schemas.openxmlformats.org/officeDocument/2006/relationships/notesMaster" Target="/ppt/notesMasters/notesMaster1.xml" Id="R07e3694f307e4e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717cc9282c4c75" /><Relationship Type="http://schemas.openxmlformats.org/officeDocument/2006/relationships/notesMaster" Target="/ppt/notesMasters/notesMaster1.xml" Id="R1fbff257587446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f7d12432f4680" /><Relationship Type="http://schemas.openxmlformats.org/officeDocument/2006/relationships/notesMaster" Target="/ppt/notesMasters/notesMaster1.xml" Id="R5a29e2ed511f4b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teammate’s preview came from the unofficial espresso-3d-reimplementation repository and Affogato-pretrained weights. Treat this as exploratory candidate-prompt work, not an official Affogato reproduction. Affostruction was not run on the user’s Mac;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10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ca86e0b1a446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ad5846f3d74d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19c9e39e594c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c8d413339940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533d355b3540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cf7576cd3e49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7C27AC-3493-45A6-ADFA-793DF813D32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99AA53-E7B5-4827-B454-324C1DF66A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992B49-0797-4745-A073-05EBA68230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14354E-E9F0-46D0-8DB2-9D890D2B3D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449720-0B84-47B6-9892-93CF6C31C3B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F945AF-AB41-4C57-BD66-B19D32A4CF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BBA821-32E7-43A0-BA3D-31478EE249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0FCF72-CCE5-4136-A4E8-E92F61EAC6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843AE2-5EC2-4EB8-8563-4EEE70C4B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25BFD7-EEB5-4DDB-A5DB-EA5FDEC936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609da0caca4325" /><Relationship Type="http://schemas.openxmlformats.org/officeDocument/2006/relationships/slideLayout" Target="/ppt/slideLayouts/slideLayout1.xml" Id="Re8d2b1d2a7e8475e" /><Relationship Type="http://schemas.openxmlformats.org/officeDocument/2006/relationships/slideLayout" Target="/ppt/slideLayouts/slideLayout2.xml" Id="R6ad967612fee4f5a" /><Relationship Type="http://schemas.openxmlformats.org/officeDocument/2006/relationships/slideLayout" Target="/ppt/slideLayouts/slideLayout3.xml" Id="Rb91242142f6643be" /><Relationship Type="http://schemas.openxmlformats.org/officeDocument/2006/relationships/slideLayout" Target="/ppt/slideLayouts/slideLayout4.xml" Id="R6f5ef58c71694964" /><Relationship Type="http://schemas.openxmlformats.org/officeDocument/2006/relationships/slideLayout" Target="/ppt/slideLayouts/slideLayout5.xml" Id="Rea57900c310441f1" /><Relationship Type="http://schemas.openxmlformats.org/officeDocument/2006/relationships/slideLayout" Target="/ppt/slideLayouts/slideLayout6.xml" Id="R1900ef5cfc0742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d2b1d2a7e8475e"/>
    <p:sldLayoutId xmlns:r="http://schemas.openxmlformats.org/officeDocument/2006/relationships" id="2147483650" r:id="R6ad967612fee4f5a"/>
    <p:sldLayoutId xmlns:r="http://schemas.openxmlformats.org/officeDocument/2006/relationships" id="2147483651" r:id="Rb91242142f6643be"/>
    <p:sldLayoutId xmlns:r="http://schemas.openxmlformats.org/officeDocument/2006/relationships" id="2147483652" r:id="R6f5ef58c71694964"/>
    <p:sldLayoutId xmlns:r="http://schemas.openxmlformats.org/officeDocument/2006/relationships" id="2147483653" r:id="Rea57900c310441f1"/>
    <p:sldLayoutId xmlns:r="http://schemas.openxmlformats.org/officeDocument/2006/relationships" id="2147483654" r:id="R1900ef5cfc0742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c1137171c440f7" /><Relationship Type="http://schemas.openxmlformats.org/officeDocument/2006/relationships/notesSlide" Target="/ppt/notesSlides/notesSlide1.xml" Id="R7c2fffc20b2a44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cdae03ebc6418f" /><Relationship Type="http://schemas.openxmlformats.org/officeDocument/2006/relationships/notesSlide" Target="/ppt/notesSlides/notesSlide2.xml" Id="R077352e144f34c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0d3e52e6484090" /><Relationship Type="http://schemas.openxmlformats.org/officeDocument/2006/relationships/notesSlide" Target="/ppt/notesSlides/notesSlide3.xml" Id="Rde4dfb758edf4b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82fa05a6774fdc" /><Relationship Type="http://schemas.openxmlformats.org/officeDocument/2006/relationships/notesSlide" Target="/ppt/notesSlides/notesSlide4.xml" Id="R37599ed2c2d947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6aaf9f34a44eb6" /><Relationship Type="http://schemas.openxmlformats.org/officeDocument/2006/relationships/image" Target="/ppt/media/image.png" Id="R21dd0e9354914c0b" /><Relationship Type="http://schemas.openxmlformats.org/officeDocument/2006/relationships/notesSlide" Target="/ppt/notesSlides/notesSlide5.xml" Id="Rfe2e8be7b4b64a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ff39912cfd4145" /><Relationship Type="http://schemas.openxmlformats.org/officeDocument/2006/relationships/notesSlide" Target="/ppt/notesSlides/notesSlide6.xml" Id="Rfa42a9dd77b34e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a9c540323b4f99" /><Relationship Type="http://schemas.openxmlformats.org/officeDocument/2006/relationships/notesSlide" Target="/ppt/notesSlides/notesSlide7.xml" Id="R530e5eab07c54b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d299d64c6945d3" /><Relationship Type="http://schemas.openxmlformats.org/officeDocument/2006/relationships/notesSlide" Target="/ppt/notesSlides/notesSlide8.xml" Id="R9ac4dd4a7c8f4e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67ee9f89d0247cc" /><Relationship Type="http://schemas.openxmlformats.org/officeDocument/2006/relationships/notesSlide" Target="/ppt/notesSlides/notesSlide9.xml" Id="R4f2fd95b89f44b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ca5740b0154b2d" /><Relationship Type="http://schemas.openxmlformats.org/officeDocument/2006/relationships/notesSlide" Target="/ppt/notesSlides/notesSlide10.xml" Id="Rc376e1f6c4e64dba"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9891D3-260B-463D-8091-B975784FA79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73A92B-6E02-428A-A665-2D0E302B8D8C}"/>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DC3FF002-0784-4475-8E88-06A99DBA0662}"/>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I learned from my</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74FECC70-AC69-4AFB-8B25-4D7148406682}"/>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I plan to test</a:t>
            </a:r>
          </a:p>
        </p:txBody>
      </p:sp>
      <p:sp>
        <p:nvSpPr>
          <p:cNvPr id="5" name="">
            <a:extLst xmlns:a="http://schemas.openxmlformats.org/drawingml/2006/main">
              <a:ext uri="{FF2B5EF4-FFF2-40B4-BE49-F238E27FC236}">
                <a16:creationId xmlns:a16="http://schemas.microsoft.com/office/drawing/2014/main" id="{966A6A87-937B-4184-8190-95AC7CDD5CAC}"/>
              </a:ext>
            </a:extLst>
          </p:cNvPr>
          <p:cNvSpPr>
            <a:spLocks xmlns:a="http://schemas.openxmlformats.org/drawingml/2006/main" noGrp="1"/>
          </p:cNvSpPr>
          <p:nvPr/>
        </p:nvSpPr>
        <p:spPr>
          <a:xfrm xmlns:a="http://schemas.openxmlformats.org/drawingml/2006/main">
            <a:off x="762000" y="4591050"/>
            <a:ext cx="4953000" cy="857250"/>
          </a:xfrm>
          <a:prstGeom xmlns:a="http://schemas.openxmlformats.org/drawingml/2006/main" prst="roundRect">
            <a:avLst>
              <a:gd name="adj" fmla="val 8889"/>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D5FADEC2-A4BD-4B46-A8B4-C24C15447C9B}"/>
              </a:ext>
            </a:extLst>
          </p:cNvPr>
          <p:cNvSpPr>
            <a:spLocks xmlns:a="http://schemas.openxmlformats.org/drawingml/2006/main" noGrp="1"/>
          </p:cNvSpPr>
          <p:nvPr/>
        </p:nvSpPr>
        <p:spPr>
          <a:xfrm xmlns:a="http://schemas.openxmlformats.org/drawingml/2006/main">
            <a:off x="990600" y="47148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FFFFF"/>
                </a:solidFill>
                <a:latin typeface="Avenir"/>
                <a:ea typeface="Avenir"/>
                <a:cs typeface="Avenir"/>
              </a:defRPr>
            </a:defPPr>
          </a:lstStyle>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Team [NN] · [Names]</a:t>
            </a:r>
          </a:p>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CSE 59358-01</a:t>
            </a:r>
          </a:p>
        </p:txBody>
      </p:sp>
      <p:sp>
        <p:nvSpPr>
          <p:cNvPr id="7" name="">
            <a:extLst xmlns:a="http://schemas.openxmlformats.org/drawingml/2006/main">
              <a:ext uri="{FF2B5EF4-FFF2-40B4-BE49-F238E27FC236}">
                <a16:creationId xmlns:a16="http://schemas.microsoft.com/office/drawing/2014/main" id="{07A655EE-1FF6-418B-A015-286C63CFD6F8}"/>
              </a:ext>
            </a:extLst>
          </p:cNvPr>
          <p:cNvSpPr>
            <a:spLocks xmlns:a="http://schemas.openxmlformats.org/drawingml/2006/main" noGrp="1"/>
          </p:cNvSpPr>
          <p:nvPr/>
        </p:nvSpPr>
        <p:spPr>
          <a:xfrm xmlns:a="http://schemas.openxmlformats.org/drawingml/2006/main">
            <a:off x="762000" y="61150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AFC5D3"/>
                </a:solidFill>
                <a:latin typeface="Avenir"/>
                <a:ea typeface="Avenir"/>
                <a:cs typeface="Avenir"/>
              </a:defRPr>
            </a:defPPr>
          </a:lstStyle>
          <a:p xmlns:a="http://schemas.openxmlformats.org/drawingml/2006/main">
            <a:pPr algn="l">
              <a:defRPr sz="1125" b="0">
                <a:solidFill>
                  <a:srgbClr val="AFC5D3"/>
                </a:solidFill>
                <a:latin typeface="Avenir"/>
                <a:ea typeface="Avenir"/>
                <a:cs typeface="Avenir"/>
              </a:defRPr>
            </a:pPr>
            <a:r>
              <a:rPr sz="1125" b="0">
                <a:solidFill>
                  <a:srgbClr val="AFC5D3"/>
                </a:solidFill>
                <a:latin typeface="Avenir"/>
                <a:ea typeface="Avenir"/>
                <a:cs typeface="Avenir"/>
              </a:rPr>
              <a:t>8-minute proposal · 13 October 2026</a:t>
            </a:r>
          </a:p>
        </p:txBody>
      </p:sp>
      <p:sp>
        <p:nvSpPr>
          <p:cNvPr id="8" name="">
            <a:extLst xmlns:a="http://schemas.openxmlformats.org/drawingml/2006/main">
              <a:ext uri="{FF2B5EF4-FFF2-40B4-BE49-F238E27FC236}">
                <a16:creationId xmlns:a16="http://schemas.microsoft.com/office/drawing/2014/main" id="{9E324C56-83F2-46DB-815F-E5AB3D7C3C7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10</a:t>
            </a:r>
          </a:p>
        </p:txBody>
      </p:sp>
    </p:spTree>
    <p:extLst>
      <p:ext uri="{BB962C8B-B14F-4D97-AF65-F5344CB8AC3E}">
        <p14:creationId xmlns:p14="http://schemas.microsoft.com/office/powerpoint/2010/main" val="2103429825"/>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88F34E-0B31-44A0-A36A-BF498FA3C0EB}"/>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0B2ED2D-0382-42BD-BC5B-1433A4E0C85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39B76B94-36D6-459E-8700-9E0E35FF85A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074E67-459B-43FA-8603-CB3CAE9AF2F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10</a:t>
            </a:r>
          </a:p>
        </p:txBody>
      </p:sp>
      <p:sp>
        <p:nvSpPr>
          <p:cNvPr id="5" name="">
            <a:extLst xmlns:a="http://schemas.openxmlformats.org/drawingml/2006/main">
              <a:ext uri="{FF2B5EF4-FFF2-40B4-BE49-F238E27FC236}">
                <a16:creationId xmlns:a16="http://schemas.microsoft.com/office/drawing/2014/main" id="{C7F03E73-706C-4073-83BC-586CBFB473BB}"/>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87B6079-35B8-412B-A73E-8D53AB61F59D}"/>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1BC4E43F-3FB6-4D5D-B392-F1246CB3A038}"/>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64542D49-5063-431B-A545-24843DC773CE}"/>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98D32979-2F44-4469-B63C-02583691456D}"/>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89D2333D-F76F-4BC5-9652-2E55AFE018B5}"/>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B43BFCC2-8ABD-4462-A152-7A7530FE8576}"/>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FAAC333-0EEE-472C-884A-D51459D06A9D}"/>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076FCA60-E6B6-49D1-A584-ECBA491413F5}"/>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B15538EB-E898-447E-982F-D03A80C72876}"/>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AA05AE9E-FBEA-4195-966C-4778E6EF45C1}"/>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0B4E98AE-6863-436E-B03B-AB6FDAE0DB8D}"/>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872555295"/>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8ABAB3A-8100-4927-9EE7-85A0102DBFF5}"/>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1CE525B-B8F3-4BBB-B9A4-55160995160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I ran: the same OpenAD model on the same data</a:t>
            </a:r>
          </a:p>
        </p:txBody>
      </p:sp>
      <p:sp>
        <p:nvSpPr>
          <p:cNvPr id="3" name="">
            <a:extLst xmlns:a="http://schemas.openxmlformats.org/drawingml/2006/main">
              <a:ext uri="{FF2B5EF4-FFF2-40B4-BE49-F238E27FC236}">
                <a16:creationId xmlns:a16="http://schemas.microsoft.com/office/drawing/2014/main" id="{BFB4D8D4-98BA-4C2E-AA67-385CB7B0209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81B8CA-5EE4-4567-A06C-83AF0EDAD18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10</a:t>
            </a:r>
          </a:p>
        </p:txBody>
      </p:sp>
      <p:sp>
        <p:nvSpPr>
          <p:cNvPr id="5" name="">
            <a:extLst xmlns:a="http://schemas.openxmlformats.org/drawingml/2006/main">
              <a:ext uri="{FF2B5EF4-FFF2-40B4-BE49-F238E27FC236}">
                <a16:creationId xmlns:a16="http://schemas.microsoft.com/office/drawing/2014/main" id="{E9599D34-D59D-422A-97E5-E049A860C4B5}"/>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05792161-E8D6-4CAD-AFB5-09C6598E4992}"/>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MY BASELINE</a:t>
            </a:r>
          </a:p>
        </p:txBody>
      </p:sp>
      <p:sp>
        <p:nvSpPr>
          <p:cNvPr id="7" name="">
            <a:extLst xmlns:a="http://schemas.openxmlformats.org/drawingml/2006/main">
              <a:ext uri="{FF2B5EF4-FFF2-40B4-BE49-F238E27FC236}">
                <a16:creationId xmlns:a16="http://schemas.microsoft.com/office/drawing/2014/main" id="{8E58AD70-00EE-43B4-9A16-42F7266959E4}"/>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E9CA4787-6096-49A7-B3BD-CEBDC1306237}"/>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A7EDD83-E383-4BE4-BFE9-4018FE405452}"/>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9CE08371-3AD7-495C-AFBA-E155D26AFB6B}"/>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173B72-84A7-4A3A-B142-8200B0BF7AB3}"/>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DABB391E-10F0-4A72-B95B-9B43FD4DC334}"/>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EEE840F-1655-4A27-9B3D-D679D157FBE0}"/>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F2D009DB-A771-4854-B314-E203E5ED4F21}"/>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69AD19A-EF27-438F-8907-00888BF69672}"/>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7B45D46B-1C43-4D8E-99D7-C3B11813CBE9}"/>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308DB8A0-0F24-4948-BB40-E0AF123FE8F6}"/>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2177F13D-CE4B-4728-8F71-50FEC08A7827}"/>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83908AC2-FDA1-4F75-A11D-6E3B5E42469C}"/>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76D90D17-4D5F-4A14-AB91-89B78D684CE6}"/>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E330D722-E297-40A3-AB29-C32D335637E8}"/>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E0D45F99-7118-4088-A904-FD3ABEEECE02}"/>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FDB21933-45C5-45DD-8459-28C94DEC4EA4}"/>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D02E4AB7-3183-4429-ADE2-04C01AACE362}"/>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FFAE36C1-3176-49CD-ADBF-F5E7DD027D49}"/>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284440755"/>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E62D875-A913-49EE-AB5D-450098E4563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A854C46-4AB6-473A-9D36-00C79ABA3E1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97C5A592-EA1D-4C96-9890-C39F32CE7CBB}"/>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0D69F5-0690-4297-B507-3CF051AC32A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10</a:t>
            </a:r>
          </a:p>
        </p:txBody>
      </p:sp>
      <p:sp>
        <p:nvSpPr>
          <p:cNvPr id="5" name="">
            <a:extLst xmlns:a="http://schemas.openxmlformats.org/drawingml/2006/main">
              <a:ext uri="{FF2B5EF4-FFF2-40B4-BE49-F238E27FC236}">
                <a16:creationId xmlns:a16="http://schemas.microsoft.com/office/drawing/2014/main" id="{E9050A39-F419-4DD5-9CB4-633138819457}"/>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BAC55542-2236-4834-9F76-872E5CD3A208}"/>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01D0B139-43F7-4932-9C0E-B31C5D315C6F}"/>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F0E3EEA9-DF9F-46FF-A0E1-1589DF4801A0}"/>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528CFB2E-59F3-4FDE-80FA-1178C9FFEF06}"/>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B0DC6005-9730-4CE6-95E6-FEE300B0853F}"/>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6EF25EF1-61FF-49B9-A41A-626856F3671D}"/>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F2A52C00-D444-4656-9BAA-C80A00CC3DDE}"/>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1F397A7D-A4FA-4F6C-BF23-C7167DBB34FD}"/>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BE29D962-0971-4B37-8D0E-A743D1C91AA6}"/>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14DE1B42-1A8F-4B70-9155-2ABEE62F1F61}"/>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63D638E0-C349-45E3-8B74-8169456CDA64}"/>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5D676AB1-836A-42EE-A42F-5B6F08E9DB33}"/>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EEED9EAC-DA78-4E45-8CB3-22CC48FA4DAF}"/>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F5D10409-29B3-4FEC-8CFA-4C1A4BC59C1B}"/>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AD522358-F8C3-4C9C-83E7-BD53993E2572}"/>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C15A5D14-C7D5-41BE-A618-720FD1650610}"/>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F8099648-0849-4C09-91AE-4D8BA5FE0239}"/>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B039988C-D33C-463D-BE8E-A138984ABDC6}"/>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FC7F9A11-CF71-49AF-85CA-A70261A89DCC}"/>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7C6BD76B-D883-4C23-A648-7A430B23ECE0}"/>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3507C0B7-80E0-49C7-9D65-995C17E94812}"/>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891396643"/>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360EAF4-A9AD-49B2-85CF-DDA46A5E2F76}"/>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0529ED1-0787-4E62-8811-18FEE06C01C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found a clear failure on one partial vase</a:t>
            </a:r>
          </a:p>
        </p:txBody>
      </p:sp>
      <p:sp>
        <p:nvSpPr>
          <p:cNvPr id="3" name="">
            <a:extLst xmlns:a="http://schemas.openxmlformats.org/drawingml/2006/main">
              <a:ext uri="{FF2B5EF4-FFF2-40B4-BE49-F238E27FC236}">
                <a16:creationId xmlns:a16="http://schemas.microsoft.com/office/drawing/2014/main" id="{BACDACED-3283-40C1-AB1F-199B01DF369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C94651-1844-4A00-8FCD-4E67B62C85E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10</a:t>
            </a:r>
          </a:p>
        </p:txBody>
      </p:sp>
      <p:pic>
        <p:nvPicPr>
          <p:cNvPr id="5" name="">
            <a:extLst xmlns:a="http://schemas.openxmlformats.org/drawingml/2006/main">
              <a:ext uri="{FF2B5EF4-FFF2-40B4-BE49-F238E27FC236}">
                <a16:creationId xmlns:a16="http://schemas.microsoft.com/office/drawing/2014/main" id="{B026F1FE-3B5A-463F-BB57-EF1828741AA2}"/>
              </a:ext>
            </a:extLst>
          </p:cNvPr>
          <p:cNvPicPr>
            <a:picLocks xmlns:a="http://schemas.openxmlformats.org/drawingml/2006/main" noChangeAspect="1"/>
          </p:cNvPicPr>
          <p:nvPr/>
        </p:nvPicPr>
        <p:blipFill>
          <a:blip xmlns:r="http://schemas.openxmlformats.org/officeDocument/2006/relationships" xmlns:a="http://schemas.openxmlformats.org/drawingml/2006/main" r:embed="R21dd0e9354914c0b"/>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26C76C-63E8-4BE7-A070-20ECB6FBD375}"/>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006DD3A6-6CEE-4391-8921-BA296265AA54}"/>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3B5C11E9-4EFC-4BCB-96A4-1B3A4AF2B740}"/>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B51B6389-1AED-4AC1-9FA5-777C16778672}"/>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7CB6E4DD-8EEB-4820-876A-20346AF22C6A}"/>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19B1B9F4-2B22-4483-829A-0E32735BC87E}"/>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3FCFDC9D-E4FE-41DC-8454-2BFCDB1B7C36}"/>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29CC9061-56A5-47F0-94DB-86FC208D18D4}"/>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E4238266-B6BD-431F-9604-AED89BF0AD08}"/>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286111186"/>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605D29B-18B5-4FE8-ABE6-AC52DD64936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F2495EB-8CA4-44DA-A17A-3A3157D9E85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6909C431-C59B-45C3-88DF-B8A2B1CA8D8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77A010-E212-412F-BB0D-7C89CC4C937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10</a:t>
            </a:r>
          </a:p>
        </p:txBody>
      </p:sp>
      <p:sp>
        <p:nvSpPr>
          <p:cNvPr id="5" name="">
            <a:extLst xmlns:a="http://schemas.openxmlformats.org/drawingml/2006/main">
              <a:ext uri="{FF2B5EF4-FFF2-40B4-BE49-F238E27FC236}">
                <a16:creationId xmlns:a16="http://schemas.microsoft.com/office/drawing/2014/main" id="{5B9E06A9-A86F-4339-81E2-43C1C4E7D855}"/>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9845A29-7E94-4C75-B12E-C98376F4010C}"/>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66FB50AB-7025-4FA1-8556-87C757C63C2A}"/>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D976CE5F-7E7F-46DF-842B-4CF7AF0450C4}"/>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AD497590-1D58-48C3-93BF-441EF641C532}"/>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5FAA1B-763B-4C06-9F24-5EA6471B06F2}"/>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BE5BDD72-42E6-4224-82A5-E5F99F0E979D}"/>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5DA299B3-EA58-46DA-8AED-DDB6B7A11D30}"/>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D1C13E6-4ECD-44A4-A89C-D99E37BF37F8}"/>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752CBE55-8F5E-4F36-A9C8-EA03D343D364}"/>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D9D78472-08E9-4D73-9EAA-F367B1F3B15D}"/>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BF656AD-5458-4CEF-86BB-DD17A92B6FDC}"/>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FBB5F895-CD19-4EAA-A416-B09981C544C2}"/>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B7178900-68B2-4B37-9BA8-BA8FBB4CC03F}"/>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28324D6A-18C5-4628-8C34-42C53C0CC574}"/>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879C7DD9-6246-4EDF-9053-55E5A67FEB32}"/>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7DEDBEF5-F514-48D0-8A01-3E08D3091631}"/>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71EB1BD1-6767-4E99-A63C-5B2BB436579F}"/>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930271508"/>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121597D-912C-450C-8331-5C8A88690F9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5CBA32E9-8C06-488C-A0E4-4C65EADBDCE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9BDFE14D-212C-4DE5-A5E4-7DEB89F591B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51CCA8-D117-4615-96D8-77331F1F4BC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10</a:t>
            </a:r>
          </a:p>
        </p:txBody>
      </p:sp>
      <p:sp>
        <p:nvSpPr>
          <p:cNvPr id="5" name="">
            <a:extLst xmlns:a="http://schemas.openxmlformats.org/drawingml/2006/main">
              <a:ext uri="{FF2B5EF4-FFF2-40B4-BE49-F238E27FC236}">
                <a16:creationId xmlns:a16="http://schemas.microsoft.com/office/drawing/2014/main" id="{412AEDF9-ECF8-4ED9-B2A4-8180FA43C5FF}"/>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C80B58C0-9288-4B92-8408-5DD7A325FE8A}"/>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E2E78A1A-5FE7-492B-B4F6-696405D6F37B}"/>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773C6304-43AC-44BE-9D46-7C05CC499B4D}"/>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F4F934D-F6BE-4211-B8D9-F4433855E70E}"/>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4F627986-621C-49B2-8526-D5D9DF422DC4}"/>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3A2E766-1326-426F-A3C9-7B821A4CC8CE}"/>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E1E8BBDC-5E15-4388-99D3-48CEEC92539B}"/>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9365D9A-E181-4E51-8702-DA998F43E222}"/>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6588BFA4-425C-4ED4-9779-33F327677F96}"/>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C0115EC6-7A59-4DED-90F0-2B26D79B10EA}"/>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4E1EB3BB-5DAD-4D04-B2C6-CD06F0F87290}"/>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B7DFF89D-A36F-4EAD-9391-815A8807080A}"/>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my experiments</a:t>
            </a:r>
          </a:p>
        </p:txBody>
      </p:sp>
      <p:sp>
        <p:nvSpPr>
          <p:cNvPr id="18" name="">
            <a:extLst xmlns:a="http://schemas.openxmlformats.org/drawingml/2006/main">
              <a:ext uri="{FF2B5EF4-FFF2-40B4-BE49-F238E27FC236}">
                <a16:creationId xmlns:a16="http://schemas.microsoft.com/office/drawing/2014/main" id="{E5E34DBA-A533-459B-B912-EE26A68A7E0E}"/>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I cite it as related work only. Its reported results are from the paper, not from my Mac.</a:t>
            </a:r>
          </a:p>
        </p:txBody>
      </p:sp>
      <p:sp>
        <p:nvSpPr>
          <p:cNvPr id="19" name="">
            <a:extLst xmlns:a="http://schemas.openxmlformats.org/drawingml/2006/main">
              <a:ext uri="{FF2B5EF4-FFF2-40B4-BE49-F238E27FC236}">
                <a16:creationId xmlns:a16="http://schemas.microsoft.com/office/drawing/2014/main" id="{BABAA92B-6D71-48D3-AB5A-BAF7F3C5A229}"/>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1C46BEED-FA6F-4E04-89C9-F1BD5B6617E1}"/>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0FE32473-9F9F-4DFD-9232-9126E7AFDE79}"/>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My measured results in this proposal are OpenAD results.</a:t>
            </a:r>
          </a:p>
        </p:txBody>
      </p:sp>
    </p:spTree>
    <p:extLst>
      <p:ext uri="{BB962C8B-B14F-4D97-AF65-F5344CB8AC3E}">
        <p14:creationId xmlns:p14="http://schemas.microsoft.com/office/powerpoint/2010/main" val="2024425357"/>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28631A-25F9-4171-84FD-AC39D83446A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86262D2-5E8F-4173-BBC1-EA79180CD5E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My next question is whether one fixed paraphrase helps</a:t>
            </a:r>
          </a:p>
        </p:txBody>
      </p:sp>
      <p:sp>
        <p:nvSpPr>
          <p:cNvPr id="3" name="">
            <a:extLst xmlns:a="http://schemas.openxmlformats.org/drawingml/2006/main">
              <a:ext uri="{FF2B5EF4-FFF2-40B4-BE49-F238E27FC236}">
                <a16:creationId xmlns:a16="http://schemas.microsoft.com/office/drawing/2014/main" id="{A615982B-2309-48D8-8827-1A3E577F1F7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10FB67-54E8-458E-8F1C-55B526D719C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10</a:t>
            </a:r>
          </a:p>
        </p:txBody>
      </p:sp>
      <p:sp>
        <p:nvSpPr>
          <p:cNvPr id="5" name="">
            <a:extLst xmlns:a="http://schemas.openxmlformats.org/drawingml/2006/main">
              <a:ext uri="{FF2B5EF4-FFF2-40B4-BE49-F238E27FC236}">
                <a16:creationId xmlns:a16="http://schemas.microsoft.com/office/drawing/2014/main" id="{36CB081C-FE2D-4CB2-8851-7769B369B228}"/>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38274701-2530-4F95-9157-9A9B7FE58CBF}"/>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C0F0643F-47E3-4A94-BC7D-DC4E3486308E}"/>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96CED2D1-8645-4CBA-8743-35A81539F624}"/>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B52D77C4-384D-4BC4-AD18-D338CF93855C}"/>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1DB05ECF-791E-4075-AE43-A7346D97D4B9}"/>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2DF1635D-A85C-440B-8953-8F4D2D8DF33D}"/>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273A5CFB-BF10-448E-9585-C88E4B0DFCA6}"/>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paired object-level gain is zero or negative.</a:t>
            </a:r>
          </a:p>
        </p:txBody>
      </p:sp>
    </p:spTree>
    <p:extLst>
      <p:ext uri="{BB962C8B-B14F-4D97-AF65-F5344CB8AC3E}">
        <p14:creationId xmlns:p14="http://schemas.microsoft.com/office/powerpoint/2010/main" val="1479680678"/>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DB8B61F-73B4-4730-BBA7-14782DAD091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A727F81E-65F7-4E77-B14E-86AE5BFFB66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will change the words and hold the rest constant</a:t>
            </a:r>
          </a:p>
        </p:txBody>
      </p:sp>
      <p:sp>
        <p:nvSpPr>
          <p:cNvPr id="3" name="">
            <a:extLst xmlns:a="http://schemas.openxmlformats.org/drawingml/2006/main">
              <a:ext uri="{FF2B5EF4-FFF2-40B4-BE49-F238E27FC236}">
                <a16:creationId xmlns:a16="http://schemas.microsoft.com/office/drawing/2014/main" id="{2B689F93-B428-4B23-AEFC-A4F03ACA482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25CB46-8948-4993-88BB-73E3E7BBABD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10</a:t>
            </a:r>
          </a:p>
        </p:txBody>
      </p:sp>
      <p:sp>
        <p:nvSpPr>
          <p:cNvPr id="5" name="">
            <a:extLst xmlns:a="http://schemas.openxmlformats.org/drawingml/2006/main">
              <a:ext uri="{FF2B5EF4-FFF2-40B4-BE49-F238E27FC236}">
                <a16:creationId xmlns:a16="http://schemas.microsoft.com/office/drawing/2014/main" id="{2F3ACAED-E352-41AF-A1AF-64BC8D8ED157}"/>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4AAC945D-4B1C-4CAE-8D22-2B33F934700A}"/>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7A95B8B7-237E-45CF-9082-86499DA76384}"/>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EE5DEF8-3F47-4413-8028-991CE588EAE4}"/>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3072AB1C-427B-418F-8FC5-7BBAB2FAA5AD}"/>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25A0A1-A290-4BE0-88CC-6758C33A5B87}"/>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18E67E31-AFB9-4FB5-AE4B-B2C3488EFD31}"/>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C11A2BD-95D4-4690-BEE1-CA8ABAF8D8D4}"/>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F7342EC8-4556-4058-845A-9F20F929E047}"/>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22AE43-ED57-47B8-9252-FC73E18FA0B7}"/>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DF375B44-BD6A-4CE0-91E6-0FC6AD0B4EE0}"/>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32F6491-2B15-46B0-BF06-4DDF82BA7149}"/>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2A215FD5-FD13-4668-930E-09AE9D079690}"/>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D8A24D53-7C45-4FFD-AC3B-4E200CD5A268}"/>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I WILL REPORT</a:t>
            </a:r>
          </a:p>
        </p:txBody>
      </p:sp>
      <p:sp>
        <p:nvSpPr>
          <p:cNvPr id="19" name="">
            <a:extLst xmlns:a="http://schemas.openxmlformats.org/drawingml/2006/main">
              <a:ext uri="{FF2B5EF4-FFF2-40B4-BE49-F238E27FC236}">
                <a16:creationId xmlns:a16="http://schemas.microsoft.com/office/drawing/2014/main" id="{5B7D67A9-BE98-4F71-9969-EE713A486688}"/>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11CB5C-4DFB-4DCA-8DA8-08C22B602704}"/>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0C459BE9-D322-4867-8A70-176B5E5A4DED}"/>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A870E81-0318-46CE-A43D-0695D11FE73D}"/>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C9C0902F-9006-466F-A7DF-C337A6EB0941}"/>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8D57EF1-608E-4907-94B9-C182B245804C}"/>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B28F1A92-DDB7-4E4C-B1B3-43087C77D534}"/>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76C1307-14FC-4836-B110-D8135ECAE120}"/>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8B827394-A987-4C32-9B4C-ED3309717F29}"/>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A091D47-5FB9-4B7A-B936-4FCBB14D8814}"/>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1747454608"/>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3AF4A7-6E84-4B1E-9BC5-377359BB9B6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9F9376CE-F508-4B4D-9EE3-B32EA99A623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9EF04198-ADEC-4358-9455-EFAAF8ED262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C017E8F-26CA-4CA0-B06C-8BF7CB0466B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10</a:t>
            </a:r>
          </a:p>
        </p:txBody>
      </p:sp>
      <p:sp>
        <p:nvSpPr>
          <p:cNvPr id="5" name="">
            <a:extLst xmlns:a="http://schemas.openxmlformats.org/drawingml/2006/main">
              <a:ext uri="{FF2B5EF4-FFF2-40B4-BE49-F238E27FC236}">
                <a16:creationId xmlns:a16="http://schemas.microsoft.com/office/drawing/2014/main" id="{FA6AD0E0-6B77-44B9-A0AF-2ED1C630F1FB}"/>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73D631A3-F93F-4EEE-AE41-A9677C135585}"/>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E13E5FDE-23D6-42BA-B4B4-4D99DA65EE0E}"/>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55E3B41A-2F09-46C3-B70D-9EDE3FDCB68D}"/>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61324E74-DD00-49FE-BB91-E99371DF0CC4}"/>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BBDBBEFA-743B-4320-B022-ACA3785D2260}"/>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5074AFAC-7188-4F4B-BD5B-BC2EA37D2022}"/>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6CAD90E7-E805-4DB3-A0D1-3B54425D95AF}"/>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BC5B363E-6230-4C27-BB2B-53013A93D91E}"/>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A745FB3E-71C2-4221-AF4C-527E8184A539}"/>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E55A98FC-21A5-4993-B8AF-6198D102227E}"/>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B5EDB0D9-E0B2-4ADA-A3E3-D0C0931B7B53}"/>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E1442B44-0DB3-4D0A-8714-3B3EC1655A76}"/>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AC5C738B-B0DD-4FC5-ABB4-02B13562F165}"/>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3835B390-7FBA-4A1B-9B3E-5455C9AD6894}"/>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0C6BB944-190F-445F-B24A-8B43ECF3AEDB}"/>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726662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2026-10-13T04:14:55.1440000Z</dcterms:created>
  <dcterms:modified xsi:type="dcterms:W3CDTF">2026-10-13T04:14:55.1440000Z</dcterms:modified>
</coreProperties>
</file>