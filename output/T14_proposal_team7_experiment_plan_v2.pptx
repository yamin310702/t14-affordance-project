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8a60c1530147e9" /><Relationship Type="http://schemas.openxmlformats.org/officeDocument/2006/relationships/extended-properties" Target="/docProps/app.xml" Id="Rc76f065667d24f4d" /><Relationship Type="http://schemas.openxmlformats.org/officeDocument/2006/relationships/officeDocument" Target="/ppt/presentation.xml" Id="Re6786c890f3a400f" /></Relationships>
</file>

<file path=ppt/presentation.xml><?xml version="1.0" encoding="utf-8"?>
<p:presentation xmlns:p="http://schemas.openxmlformats.org/presentationml/2006/main">
  <p:sldMasterIdLst>
    <p:sldMasterId xmlns:r="http://schemas.openxmlformats.org/officeDocument/2006/relationships" id="2147483648" r:id="R74af4e80f5b24887"/>
  </p:sldMasterIdLst>
  <p:notesMasterIdLst>
    <p:notesMasterId xmlns:r="http://schemas.openxmlformats.org/officeDocument/2006/relationships" r:id="Rba566e12e2b54f4e"/>
  </p:notesMasterIdLst>
  <p:sldIdLst>
    <p:sldId xmlns:r="http://schemas.openxmlformats.org/officeDocument/2006/relationships" id="256" r:id="R10bea55d723e4eeb"/>
    <p:sldId xmlns:r="http://schemas.openxmlformats.org/officeDocument/2006/relationships" id="257" r:id="R5029b592d3f84217"/>
    <p:sldId xmlns:r="http://schemas.openxmlformats.org/officeDocument/2006/relationships" id="258" r:id="R55ba250170f14744"/>
    <p:sldId xmlns:r="http://schemas.openxmlformats.org/officeDocument/2006/relationships" id="259" r:id="Rca1cea04b50c4022"/>
    <p:sldId xmlns:r="http://schemas.openxmlformats.org/officeDocument/2006/relationships" id="260" r:id="R285343ec4e04414c"/>
    <p:sldId xmlns:r="http://schemas.openxmlformats.org/officeDocument/2006/relationships" id="261" r:id="R7c19f636d80e4f37"/>
    <p:sldId xmlns:r="http://schemas.openxmlformats.org/officeDocument/2006/relationships" id="262" r:id="R0a84139fb4dd4b23"/>
    <p:sldId xmlns:r="http://schemas.openxmlformats.org/officeDocument/2006/relationships" id="263" r:id="R0631a41a5002498e"/>
    <p:sldId xmlns:r="http://schemas.openxmlformats.org/officeDocument/2006/relationships" id="264" r:id="Rd983e38944b84318"/>
    <p:sldId xmlns:r="http://schemas.openxmlformats.org/officeDocument/2006/relationships" id="265" r:id="R81bd4e90b3454648"/>
    <p:sldId xmlns:r="http://schemas.openxmlformats.org/officeDocument/2006/relationships" id="266" r:id="Rb546ad4629c44d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a2d54c637a4bce" /><Relationship Type="http://schemas.openxmlformats.org/officeDocument/2006/relationships/slideMaster" Target="/ppt/slideMasters/slideMaster1.xml" Id="R74af4e80f5b24887" /><Relationship Type="http://schemas.openxmlformats.org/officeDocument/2006/relationships/notesMaster" Target="/ppt/notesMasters/notesMaster1.xml" Id="Rba566e12e2b54f4e" /><Relationship Type="http://schemas.openxmlformats.org/officeDocument/2006/relationships/presProps" Target="/ppt/presProps.xml" Id="Rf48867e8ef38494e" /><Relationship Type="http://schemas.openxmlformats.org/officeDocument/2006/relationships/tableStyles" Target="/ppt/tableStyles.xml" Id="Rc86fc1b2f84143ee" /><Relationship Type="http://schemas.openxmlformats.org/officeDocument/2006/relationships/slide" Target="/ppt/slides/slide1.xml" Id="R10bea55d723e4eeb" /><Relationship Type="http://schemas.openxmlformats.org/officeDocument/2006/relationships/slide" Target="/ppt/slides/slide2.xml" Id="R5029b592d3f84217" /><Relationship Type="http://schemas.openxmlformats.org/officeDocument/2006/relationships/slide" Target="/ppt/slides/slide3.xml" Id="R55ba250170f14744" /><Relationship Type="http://schemas.openxmlformats.org/officeDocument/2006/relationships/slide" Target="/ppt/slides/slide4.xml" Id="Rca1cea04b50c4022" /><Relationship Type="http://schemas.openxmlformats.org/officeDocument/2006/relationships/slide" Target="/ppt/slides/slide5.xml" Id="R285343ec4e04414c" /><Relationship Type="http://schemas.openxmlformats.org/officeDocument/2006/relationships/slide" Target="/ppt/slides/slide6.xml" Id="R7c19f636d80e4f37" /><Relationship Type="http://schemas.openxmlformats.org/officeDocument/2006/relationships/slide" Target="/ppt/slides/slide7.xml" Id="R0a84139fb4dd4b23" /><Relationship Type="http://schemas.openxmlformats.org/officeDocument/2006/relationships/slide" Target="/ppt/slides/slide8.xml" Id="R0631a41a5002498e" /><Relationship Type="http://schemas.openxmlformats.org/officeDocument/2006/relationships/slide" Target="/ppt/slides/slide9.xml" Id="Rd983e38944b84318" /><Relationship Type="http://schemas.openxmlformats.org/officeDocument/2006/relationships/slide" Target="/ppt/slides/slide10.xml" Id="R81bd4e90b3454648" /><Relationship Type="http://schemas.openxmlformats.org/officeDocument/2006/relationships/slide" Target="/ppt/slides/slide11.xml" Id="Rb546ad4629c44d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eaf3501b0344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1bf1ac003646d0" /><Relationship Type="http://schemas.openxmlformats.org/officeDocument/2006/relationships/notesMaster" Target="/ppt/notesMasters/notesMaster1.xml" Id="R73ea97389f3c44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921e8fc83d4483" /><Relationship Type="http://schemas.openxmlformats.org/officeDocument/2006/relationships/notesMaster" Target="/ppt/notesMasters/notesMaster1.xml" Id="R3c032775149d4b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4fd097eb0542bd" /><Relationship Type="http://schemas.openxmlformats.org/officeDocument/2006/relationships/notesMaster" Target="/ppt/notesMasters/notesMaster1.xml" Id="R9b59ff42a1dd42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d5a8cfee474722" /><Relationship Type="http://schemas.openxmlformats.org/officeDocument/2006/relationships/notesMaster" Target="/ppt/notesMasters/notesMaster1.xml" Id="Rdb0aa5d114dd46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fb704ebd3e48a1" /><Relationship Type="http://schemas.openxmlformats.org/officeDocument/2006/relationships/notesMaster" Target="/ppt/notesMasters/notesMaster1.xml" Id="Rede4c49b697241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0be8443d314cc0" /><Relationship Type="http://schemas.openxmlformats.org/officeDocument/2006/relationships/notesMaster" Target="/ppt/notesMasters/notesMaster1.xml" Id="R06d0fca573de41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116e5ca7dc4308" /><Relationship Type="http://schemas.openxmlformats.org/officeDocument/2006/relationships/notesMaster" Target="/ppt/notesMasters/notesMaster1.xml" Id="R2a0ed93b9c5b48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a708fff770462a" /><Relationship Type="http://schemas.openxmlformats.org/officeDocument/2006/relationships/notesMaster" Target="/ppt/notesMasters/notesMaster1.xml" Id="R1bc4ad5eecfa40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6ccebb7a3e4c3a" /><Relationship Type="http://schemas.openxmlformats.org/officeDocument/2006/relationships/notesMaster" Target="/ppt/notesMasters/notesMaster1.xml" Id="R5bef19753eb247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8c6cbc88c04dbc" /><Relationship Type="http://schemas.openxmlformats.org/officeDocument/2006/relationships/notesMaster" Target="/ppt/notesMasters/notesMaster1.xml" Id="Rb5d7c80ce8ad4f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143c0a39774c40" /><Relationship Type="http://schemas.openxmlformats.org/officeDocument/2006/relationships/notesMaster" Target="/ppt/notesMasters/notesMaster1.xml" Id="Rf5f51f69a34c49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protocol: prewrite one meaning-equivalent phrase for each of the 18 held-out affordance names, then freeze the prompts before evaluation. Compare each canonical query word to its paraphrase on identical points and objects with the released OpenAD PN2 checkpoint frozen. Primary input is the 9,140 partial validation views; full shapes (2,285 objects) are a control. Report 18-action mean point-wise IoU excluding none and 19-class score including none, plus per-action IoU, AUC, false-positive point fraction, and any-alarm rate on negative objects. Compute paired confidence intervals by resampling objects. Support the primary hypothesis only if the average paired IoU gain is positive and the 95% interval excludes zero. The current validation data has already been used in other analyses, so seek an untouched split; otherwise call results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team7_T14_proposal.pdf by Oct 15 at 10:59 AM KST. This deck has 11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14cb9a0ab942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1b1ff1ff8b4b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6d5291415b4f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0da1bea44b47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8b2125bd1c47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f3546c4e7a43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CAE9C-96C0-4B11-99B5-D9771BB8E6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A56E1D-8CC3-46B5-AA7A-F18D73408D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75B9C0-E855-4CD4-BDC4-93BC53A13B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609301-9BFD-497E-94DE-EEE7DED7A3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14DE3F-FB75-4212-B7C5-7FA0893CBA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DA94DF-8D66-4BAD-90D5-F42416D92D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009A72-AB15-488C-8EF5-E12D9D3B7A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C0EC41-322E-4C14-ABEC-330C7DBF02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B5B78E-703F-44EF-8264-19D82F4F7A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C6C1F1-1740-44DE-AFA5-522D9CD5E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ef5a411bbe4479" /><Relationship Type="http://schemas.openxmlformats.org/officeDocument/2006/relationships/slideLayout" Target="/ppt/slideLayouts/slideLayout1.xml" Id="R1580312d41e942e9" /><Relationship Type="http://schemas.openxmlformats.org/officeDocument/2006/relationships/slideLayout" Target="/ppt/slideLayouts/slideLayout2.xml" Id="R02e5b836a6ef421a" /><Relationship Type="http://schemas.openxmlformats.org/officeDocument/2006/relationships/slideLayout" Target="/ppt/slideLayouts/slideLayout3.xml" Id="R71b19f93086c4ec5" /><Relationship Type="http://schemas.openxmlformats.org/officeDocument/2006/relationships/slideLayout" Target="/ppt/slideLayouts/slideLayout4.xml" Id="Raac4ff395e5545c3" /><Relationship Type="http://schemas.openxmlformats.org/officeDocument/2006/relationships/slideLayout" Target="/ppt/slideLayouts/slideLayout5.xml" Id="R83198758b6e8461a" /><Relationship Type="http://schemas.openxmlformats.org/officeDocument/2006/relationships/slideLayout" Target="/ppt/slideLayouts/slideLayout6.xml" Id="R615fd246607042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80312d41e942e9"/>
    <p:sldLayoutId xmlns:r="http://schemas.openxmlformats.org/officeDocument/2006/relationships" id="2147483650" r:id="R02e5b836a6ef421a"/>
    <p:sldLayoutId xmlns:r="http://schemas.openxmlformats.org/officeDocument/2006/relationships" id="2147483651" r:id="R71b19f93086c4ec5"/>
    <p:sldLayoutId xmlns:r="http://schemas.openxmlformats.org/officeDocument/2006/relationships" id="2147483652" r:id="Raac4ff395e5545c3"/>
    <p:sldLayoutId xmlns:r="http://schemas.openxmlformats.org/officeDocument/2006/relationships" id="2147483653" r:id="R83198758b6e8461a"/>
    <p:sldLayoutId xmlns:r="http://schemas.openxmlformats.org/officeDocument/2006/relationships" id="2147483654" r:id="R615fd246607042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8b68962550436f" /><Relationship Type="http://schemas.openxmlformats.org/officeDocument/2006/relationships/notesSlide" Target="/ppt/notesSlides/notesSlide1.xml" Id="R0055fd078eea4d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85be585f6c43cb" /><Relationship Type="http://schemas.openxmlformats.org/officeDocument/2006/relationships/notesSlide" Target="/ppt/notesSlides/notesSlide2.xml" Id="Rc9aa93b0ed904a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2f4c3390ce4a8d" /><Relationship Type="http://schemas.openxmlformats.org/officeDocument/2006/relationships/notesSlide" Target="/ppt/notesSlides/notesSlide3.xml" Id="R2103c71e119d41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5bdc18d6cc404b" /><Relationship Type="http://schemas.openxmlformats.org/officeDocument/2006/relationships/notesSlide" Target="/ppt/notesSlides/notesSlide4.xml" Id="R939ae0deaa9049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ff7ed9924446c1" /><Relationship Type="http://schemas.openxmlformats.org/officeDocument/2006/relationships/image" Target="/ppt/media/image.png" Id="R17db7c931fac4f42" /><Relationship Type="http://schemas.openxmlformats.org/officeDocument/2006/relationships/notesSlide" Target="/ppt/notesSlides/notesSlide5.xml" Id="Re479d50f69a046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a8049a31914e0b" /><Relationship Type="http://schemas.openxmlformats.org/officeDocument/2006/relationships/notesSlide" Target="/ppt/notesSlides/notesSlide6.xml" Id="Ra527d870855945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c0a22b4db74401" /><Relationship Type="http://schemas.openxmlformats.org/officeDocument/2006/relationships/notesSlide" Target="/ppt/notesSlides/notesSlide7.xml" Id="Rfac6bff86aab47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0e89e62a7a454a" /><Relationship Type="http://schemas.openxmlformats.org/officeDocument/2006/relationships/notesSlide" Target="/ppt/notesSlides/notesSlide8.xml" Id="Rac361b79864a4a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b6682fdc0df4e15" /><Relationship Type="http://schemas.openxmlformats.org/officeDocument/2006/relationships/notesSlide" Target="/ppt/notesSlides/notesSlide9.xml" Id="Reecb708c669545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efd5abb1024a99" /><Relationship Type="http://schemas.openxmlformats.org/officeDocument/2006/relationships/notesSlide" Target="/ppt/notesSlides/notesSlide10.xml" Id="R8f45efe280424d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ddf3063bf184d2f" /><Relationship Type="http://schemas.openxmlformats.org/officeDocument/2006/relationships/notesSlide" Target="/ppt/notesSlides/notesSlide11.xml" Id="R69e1fb444836474f"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926565-BD0A-47E0-897E-86D99EA635D5}"/>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CFB1F6-F5E8-4531-8952-DEE7FBD6E404}"/>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66C270F5-8A86-499E-BE3E-E8BB86958814}"/>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9EF82EBD-96E2-4971-BDAB-55F3D0638809}"/>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256558CA-6637-4B00-BCA8-C3F476638CBD}"/>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4B1D196B-D017-4266-8951-F7C791862497}"/>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D127B701-1A03-442B-8D7F-D6FEDA0A3C4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11</a:t>
            </a:r>
          </a:p>
        </p:txBody>
      </p:sp>
    </p:spTree>
    <p:extLst>
      <p:ext uri="{BB962C8B-B14F-4D97-AF65-F5344CB8AC3E}">
        <p14:creationId xmlns:p14="http://schemas.microsoft.com/office/powerpoint/2010/main" val="1825462670"/>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0DC7744-B6AE-4A30-A047-4BCA6B31144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1B41FDC5-70A8-4832-91D6-15B96F18C37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0B8BE4E7-AC98-4F9E-968A-A19E661AD20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433715-9DFC-424D-A14A-A0C48B1C995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11</a:t>
            </a:r>
          </a:p>
        </p:txBody>
      </p:sp>
      <p:sp>
        <p:nvSpPr>
          <p:cNvPr id="5" name="">
            <a:extLst xmlns:a="http://schemas.openxmlformats.org/drawingml/2006/main">
              <a:ext uri="{FF2B5EF4-FFF2-40B4-BE49-F238E27FC236}">
                <a16:creationId xmlns:a16="http://schemas.microsoft.com/office/drawing/2014/main" id="{CAD0EF76-1895-4D58-A52B-053DCD33EEF5}"/>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D8E0583-AE1C-46D6-BA9F-2E9519386AEA}"/>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BAEDB624-1C05-4B88-BE39-4DD855296E6B}"/>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21490A47-C20C-4467-A5AC-63B07CFA5F26}"/>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310E33AC-122D-451C-99FC-371BA766F679}"/>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C52A7675-E406-449A-8C9B-5556E057B336}"/>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C6DB9C82-6E84-488E-A28A-C9A1618DC7FD}"/>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A9356E-C80F-4FD4-8FAD-0FB8A452AB50}"/>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73076658-2BCF-42A1-A3EF-C99335CF3F8D}"/>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072D4CD8-D784-43C1-9937-24ADA82A6B70}"/>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1FBDB8CF-9628-4D4D-A1E7-04292FC6965C}"/>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46267DAC-552F-404D-BA61-C1796A51ED80}"/>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410871513"/>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B1D3235-0F8B-4E6F-84AC-2D94431403B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165AD3B5-A461-4933-BC37-76953CB9ECE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2CED99D8-25EA-4C8B-95D2-C34B568B8B8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09C3C9-92ED-42A4-B3A4-8BAAEA8E7C8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11</a:t>
            </a:r>
          </a:p>
        </p:txBody>
      </p:sp>
      <p:sp>
        <p:nvSpPr>
          <p:cNvPr id="5" name="">
            <a:extLst xmlns:a="http://schemas.openxmlformats.org/drawingml/2006/main">
              <a:ext uri="{FF2B5EF4-FFF2-40B4-BE49-F238E27FC236}">
                <a16:creationId xmlns:a16="http://schemas.microsoft.com/office/drawing/2014/main" id="{CE59388F-9F12-4D7C-90DD-6D255EE62AB8}"/>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B0FA5D0-2D09-4CFA-8E93-D211E19729BC}"/>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8BDA89B9-7369-4A70-938E-96EAF4AAAB0E}"/>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C744B079-E7A2-4240-8B07-D179D4C7512D}"/>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4B4D89-B6A9-4BFA-8ECE-36208BBEF033}"/>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2CBFF18D-A3EA-410D-A14A-8A57BCB327B9}"/>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91524B-A1B7-4E88-8592-AC8AD8DA5056}"/>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71798E77-DF9D-4DA6-BC21-02A87E8963DE}"/>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FF2612-807C-49BA-830F-DC8E50B27467}"/>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8DF6567C-159F-46A9-A725-6E5F0A8E1E65}"/>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A1FE1A-5CA3-4150-A18C-53D45E2FD4D4}"/>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A99BB0DD-5695-4FB3-B8F5-550D2E745CDE}"/>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907DE9C0-B0D7-4F99-B4D8-F35D442D9463}"/>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07EE2964-1A84-486C-B34D-56512C757E3B}"/>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7150E4C7-CE51-499E-9C81-127260071328}"/>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DC6E546D-EA23-4371-9216-E376981BD683}"/>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5FC4FCF0-2F84-4ADE-94F9-12C82CA8A5AD}"/>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F2B1CCB3-06EA-4FFB-AD11-771D677A7EDA}"/>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41AC7973-92D2-47D7-91BB-60D7B4F1B064}"/>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D858A361-9CF6-48B7-AC5B-869B950666CB}"/>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88D1113D-7ACB-41BD-BA0B-96E68AEA49A3}"/>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762353075"/>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7F1A585-4ABA-4FD5-889C-E048E7D6371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A290A0D-CFBD-4F91-AB9F-3B6B4B54DE0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6CBC0129-C76C-40DF-AFD8-D98D53A11B9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ED4948-2094-4EDB-9815-E71B6D4A0FD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11</a:t>
            </a:r>
          </a:p>
        </p:txBody>
      </p:sp>
      <p:sp>
        <p:nvSpPr>
          <p:cNvPr id="5" name="">
            <a:extLst xmlns:a="http://schemas.openxmlformats.org/drawingml/2006/main">
              <a:ext uri="{FF2B5EF4-FFF2-40B4-BE49-F238E27FC236}">
                <a16:creationId xmlns:a16="http://schemas.microsoft.com/office/drawing/2014/main" id="{6E4FB3B1-274C-459C-80E5-21424F8C5680}"/>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12D1F6A4-F816-45EC-A146-54895178B1B7}"/>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79294BE7-540A-4015-9CD1-AC2FFEC99280}"/>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7EFFCA9A-BBAE-425D-AEC1-B1E8F5C07BBC}"/>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2ED11308-0DA7-4927-9A0D-67C044264818}"/>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09D6DA0D-99B3-4E4D-9C8E-B73FB114AAF3}"/>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6B87A46A-FB10-4407-9C59-26650FE33683}"/>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7703860A-3ABE-4E5A-BA23-B1053C1F61B0}"/>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0B1959C6-A6CD-45B7-B88E-82E408F22486}"/>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3BB444BF-A830-4A3E-98ED-EB283BA23797}"/>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4E4FC7C4-B49A-42DB-B20E-FBDA9B354C98}"/>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F2A487EF-A9B9-4A04-8C63-87A83E0995F9}"/>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9C1DE42A-84D4-458E-A7ED-2B76C1872D40}"/>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7B321E88-E51D-4B3F-AAAF-F55D6F167F6E}"/>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A350F9C3-3798-458C-96F7-0B79A9204268}"/>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0AE9F533-FBD4-4BA3-94B9-E161FEDAA416}"/>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B0F13547-0EC9-40D6-B783-372587F49D8D}"/>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6DFF4B3F-0F04-41D0-B1D1-48AFF7B784FB}"/>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9B7177D9-1E88-4EF2-B7D3-E5B9AEB0E4F6}"/>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A6478457-5F4C-4DB3-88CC-C64B96DB9F60}"/>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48AEB285-39F0-4E32-8C94-8A9780CFE1E5}"/>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029FF012-1248-4EED-9AEE-238EBCDD24D3}"/>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344617417"/>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65C3BFE-213B-4845-B1F1-43A7074BA42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6A35E11-38D7-4849-976F-A20DDAD48A2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2AFBAB68-489F-4226-960E-3D8C4CE852D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456F66-BBDC-4AE3-B7B5-BAAFBBCA420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11</a:t>
            </a:r>
          </a:p>
        </p:txBody>
      </p:sp>
      <p:pic>
        <p:nvPicPr>
          <p:cNvPr id="5" name="">
            <a:extLst xmlns:a="http://schemas.openxmlformats.org/drawingml/2006/main">
              <a:ext uri="{FF2B5EF4-FFF2-40B4-BE49-F238E27FC236}">
                <a16:creationId xmlns:a16="http://schemas.microsoft.com/office/drawing/2014/main" id="{A71BFD3C-9D41-4A74-A55A-809D0A23D161}"/>
              </a:ext>
            </a:extLst>
          </p:cNvPr>
          <p:cNvPicPr>
            <a:picLocks xmlns:a="http://schemas.openxmlformats.org/drawingml/2006/main" noChangeAspect="1"/>
          </p:cNvPicPr>
          <p:nvPr/>
        </p:nvPicPr>
        <p:blipFill>
          <a:blip xmlns:r="http://schemas.openxmlformats.org/officeDocument/2006/relationships" xmlns:a="http://schemas.openxmlformats.org/drawingml/2006/main" r:embed="R17db7c931fac4f42"/>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729D1C-8AE6-48F1-84E5-007BE7D39EF3}"/>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B83BB0A5-E0B5-4091-BD7B-9803CE923E25}"/>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783FEF61-25C2-4372-9D9D-6EF8AD468728}"/>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709167A2-845D-4EEB-AAB7-540EB405CF63}"/>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9298B15B-1567-4FF3-A880-AD6869FF3B98}"/>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11E260C8-2E31-4CA6-906E-CFC206E3335F}"/>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92B5F575-F73C-4F65-AAF3-231E9BE80889}"/>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FD57AC0F-BB15-4C23-B383-ABC05520DDA1}"/>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3F2E1735-1954-4C60-B4AB-8434C53CEEF2}"/>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88163308"/>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B4158F0-A4E0-4CEF-9309-B02D782D385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215C9D2-7A2A-43D5-90CD-92D106F7001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95CBCF8F-EC3D-4181-A7A1-CDEBC86DDDC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AA624C-26A9-452D-B17B-C5BEE36A184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11</a:t>
            </a:r>
          </a:p>
        </p:txBody>
      </p:sp>
      <p:sp>
        <p:nvSpPr>
          <p:cNvPr id="5" name="">
            <a:extLst xmlns:a="http://schemas.openxmlformats.org/drawingml/2006/main">
              <a:ext uri="{FF2B5EF4-FFF2-40B4-BE49-F238E27FC236}">
                <a16:creationId xmlns:a16="http://schemas.microsoft.com/office/drawing/2014/main" id="{6E668237-9AF8-4918-8456-B7440CA23E9D}"/>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52EA04A-9721-4FCC-BD99-C6382B4BA576}"/>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443C6286-0AA2-4D96-8367-9E39F0DC71D2}"/>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FE1DFF81-65C1-40D4-8E64-D59203E1213F}"/>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25F5CEBE-0D09-4D36-A59C-94F05E7C6535}"/>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46E7C3-30B3-4607-A66D-18188921ED7A}"/>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E9D43B3E-78A1-4105-9930-9680CE53B441}"/>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4865C06E-D550-4973-99EA-B41BAF3A4DC4}"/>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60AF0B-C4D0-4704-9C0C-80008D5CCCF5}"/>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FDE0B73D-8C75-4C30-9831-96FA1A867779}"/>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B632E2C0-5DD0-439E-AAEE-3F4303FF020A}"/>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494CF7-11E7-4BA3-A9E0-E207F1E74FAB}"/>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87E2DA75-DF5F-4835-ADC3-91CD5C559532}"/>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D2BA9096-57A6-4534-B9CF-AE168762C554}"/>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7DFBAE23-2D35-4796-90B0-645733F8B3A8}"/>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4A0BB050-2D2A-4A32-BDBA-E10F8EBA4AD7}"/>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9BD88877-8594-4D3F-A673-344B57A373CC}"/>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4EDEFD6A-8BB6-412E-A961-23A0F322F415}"/>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746369381"/>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043BDA-44FB-4F0B-9BB6-F9935A1403A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EB32E88-3FEC-40A5-B5FB-E92A20116E4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7BDC0D39-6049-45BA-83F3-FB4CF36680E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4396C8-3DF7-403F-B358-22670A4EC02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11</a:t>
            </a:r>
          </a:p>
        </p:txBody>
      </p:sp>
      <p:sp>
        <p:nvSpPr>
          <p:cNvPr id="5" name="">
            <a:extLst xmlns:a="http://schemas.openxmlformats.org/drawingml/2006/main">
              <a:ext uri="{FF2B5EF4-FFF2-40B4-BE49-F238E27FC236}">
                <a16:creationId xmlns:a16="http://schemas.microsoft.com/office/drawing/2014/main" id="{A8A96634-A382-4559-A0A2-E8B87B1CEA94}"/>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2F6623A6-FA00-4FA3-94A3-AEF1E67DFACF}"/>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DA4A9C4E-8F65-4785-A973-44578B12DDF8}"/>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0F510540-3619-4BF9-89D7-F2E50046DBF4}"/>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C78F38-4BE4-44E1-AFA8-93CC5066E082}"/>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860C1517-7758-4DD1-8436-5FBE96DEC571}"/>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C0D27D-AA64-4EB0-BC37-B46DC92DB316}"/>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8CEE760D-FECD-4779-BF1B-2BAA00D6F5FE}"/>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34A249-AF83-4854-A0DC-F6A7A4EA6B97}"/>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A998F2A9-B11B-42D3-B8A9-7CEB457412B7}"/>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7F91EAAC-68F0-4422-BB0A-0DF8BD5C6E90}"/>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F486D467-CE5C-4241-AE3E-81E12123200C}"/>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AA9C75BD-A039-4B15-9FA6-DA7909BF9AAD}"/>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D941FC8E-4608-4C95-98DD-C5D501101395}"/>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0512E8B3-E76E-4686-83EF-3F5654F30F46}"/>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607A6B5D-3CB4-4DAE-A333-6936B2664875}"/>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1B0FE290-A493-4B8C-A00D-0A92FEEBDC06}"/>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987167923"/>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C32E7D-5E45-4FFF-A5A1-D41A5ACC4C3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8C7FE80-B019-483E-8522-CEFCE92699A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0168A870-C96D-4216-86C5-E954636AC01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F8A89D-FF67-4907-8FC2-0520D37350F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11</a:t>
            </a:r>
          </a:p>
        </p:txBody>
      </p:sp>
      <p:sp>
        <p:nvSpPr>
          <p:cNvPr id="5" name="">
            <a:extLst xmlns:a="http://schemas.openxmlformats.org/drawingml/2006/main">
              <a:ext uri="{FF2B5EF4-FFF2-40B4-BE49-F238E27FC236}">
                <a16:creationId xmlns:a16="http://schemas.microsoft.com/office/drawing/2014/main" id="{BF543BED-D910-48B2-9CA6-A2FA169BF573}"/>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15968712-54DF-405F-8074-334E4AFF35CB}"/>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A635E099-2E87-4A7C-AF83-A043532F2F2C}"/>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9967D35E-E446-44BC-8EA0-275191F5C9EE}"/>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D31763C0-B0AD-4AED-A00F-90D2805C8BE4}"/>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7B477D95-1F08-4E09-8706-116FE1277B7C}"/>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89B02489-D88B-44F2-A4AD-E57C8F8C8140}"/>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E1DD65B1-ADC6-4645-9914-9C29FB5ACE93}"/>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mean gain is zero/negative or its 95% interval includes zero.</a:t>
            </a:r>
          </a:p>
        </p:txBody>
      </p:sp>
    </p:spTree>
    <p:extLst>
      <p:ext uri="{BB962C8B-B14F-4D97-AF65-F5344CB8AC3E}">
        <p14:creationId xmlns:p14="http://schemas.microsoft.com/office/powerpoint/2010/main" val="146416820"/>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0FB98BD-8DB0-4D83-A12E-CA68BC14E19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DAFEC5A-254C-4526-8EAF-2FD5409BB36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E1E2C7E4-9D98-4A44-9A50-F2F6C1288B8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6DDE91-7F1A-49FF-91C5-E29E82556B1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11</a:t>
            </a:r>
          </a:p>
        </p:txBody>
      </p:sp>
      <p:sp>
        <p:nvSpPr>
          <p:cNvPr id="5" name="">
            <a:extLst xmlns:a="http://schemas.openxmlformats.org/drawingml/2006/main">
              <a:ext uri="{FF2B5EF4-FFF2-40B4-BE49-F238E27FC236}">
                <a16:creationId xmlns:a16="http://schemas.microsoft.com/office/drawing/2014/main" id="{32835AE3-32D9-412B-930D-F2EDBFA0DC6E}"/>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BDC70DF-CF40-40AD-8A99-8EB28BBB2AE5}"/>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2D8D44E7-EA21-4D39-9231-5CB0F9770BBC}"/>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E4F31E-9B24-4E8F-87F8-90AD6A78E348}"/>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03FAB740-A7AB-47A1-B541-22591FFBC152}"/>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32828B-5EFA-453D-A8C3-7B1481DD1DB3}"/>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814D5841-E6CD-4473-A669-C70E656EDF65}"/>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F30216-4F31-40F7-990F-3A13DFFEAFC7}"/>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B371E473-B90F-4838-9227-FFEA4D3F618B}"/>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9C7B4C-70EB-4A1C-B04D-0615F9D3DC21}"/>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C692989E-344D-4C5C-A08F-B9DD5E355C39}"/>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E1442F6-B696-4E80-A4BF-43649AD030A3}"/>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19080202-4643-497F-B162-F13C90999484}"/>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94C6EE62-415C-43E8-A466-1E94604DD7D1}"/>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BFAB4152-4AF0-4200-9292-04187CAC6EDF}"/>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E971C0A-954C-4612-8F04-95D198A4B3C6}"/>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01269384-2198-4030-A82B-4E9E7AC8AD39}"/>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D352D79-86A6-4E93-9E0C-C3457ACD90AB}"/>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6D050240-4AA4-4E02-8C54-107D3B2EEC0E}"/>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589DEB0-63DD-41E3-AC01-50CFC7BA8B8F}"/>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0DE45BED-5159-42BE-85B9-2ABC4FF312FD}"/>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F7893A8-F7B5-4442-8E2E-79C795DEA327}"/>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EBBF91B7-DF23-4344-B36B-FB22A8E62C36}"/>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85F6949-7C4D-4BEF-B80C-C2FB39B4AF92}"/>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413263819"/>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0B0F4CD-D08D-4D88-9822-506E178C143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5013FE4-8663-4CBB-9DC5-FCFF55E3EC10}"/>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a paired test across 18 actions</a:t>
            </a:r>
          </a:p>
        </p:txBody>
      </p:sp>
      <p:sp>
        <p:nvSpPr>
          <p:cNvPr id="3" name="">
            <a:extLst xmlns:a="http://schemas.openxmlformats.org/drawingml/2006/main">
              <a:ext uri="{FF2B5EF4-FFF2-40B4-BE49-F238E27FC236}">
                <a16:creationId xmlns:a16="http://schemas.microsoft.com/office/drawing/2014/main" id="{554A5D48-1DA8-44F0-91E2-CC4B860ADCB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DC2938-1A76-4BDE-8727-C5889FAA7EA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11</a:t>
            </a:r>
          </a:p>
        </p:txBody>
      </p:sp>
      <p:sp>
        <p:nvSpPr>
          <p:cNvPr id="5" name="">
            <a:extLst xmlns:a="http://schemas.openxmlformats.org/drawingml/2006/main">
              <a:ext uri="{FF2B5EF4-FFF2-40B4-BE49-F238E27FC236}">
                <a16:creationId xmlns:a16="http://schemas.microsoft.com/office/drawing/2014/main" id="{F7969DE5-32CF-4324-82B0-D0A5B8280EEA}"/>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5F90A4F-829A-455D-9F62-E231A72451BB}"/>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01501B45-E2C2-40F0-B259-AF6C7B693424}"/>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FREEZE</a:t>
            </a:r>
          </a:p>
        </p:txBody>
      </p:sp>
      <p:sp>
        <p:nvSpPr>
          <p:cNvPr id="8" name="">
            <a:extLst xmlns:a="http://schemas.openxmlformats.org/drawingml/2006/main">
              <a:ext uri="{FF2B5EF4-FFF2-40B4-BE49-F238E27FC236}">
                <a16:creationId xmlns:a16="http://schemas.microsoft.com/office/drawing/2014/main" id="{1A1E7820-10D4-42DC-87EB-2CE63EC28671}"/>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one meaning-equivalent paraphrase for each of the 18 held-out actions. Lock the wording before evaluation.</a:t>
            </a:r>
          </a:p>
        </p:txBody>
      </p:sp>
      <p:sp>
        <p:nvSpPr>
          <p:cNvPr id="9" name="">
            <a:extLst xmlns:a="http://schemas.openxmlformats.org/drawingml/2006/main">
              <a:ext uri="{FF2B5EF4-FFF2-40B4-BE49-F238E27FC236}">
                <a16:creationId xmlns:a16="http://schemas.microsoft.com/office/drawing/2014/main" id="{D5AFCE26-DD8F-4905-ADC2-1FD91409B9D5}"/>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036350F1-39DC-4784-B4CF-86AD4CBFE8F0}"/>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5695A94B-62DB-4060-A574-2799C3E90C3F}"/>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 BOTH</a:t>
            </a:r>
          </a:p>
        </p:txBody>
      </p:sp>
      <p:sp>
        <p:nvSpPr>
          <p:cNvPr id="12" name="">
            <a:extLst xmlns:a="http://schemas.openxmlformats.org/drawingml/2006/main">
              <a:ext uri="{FF2B5EF4-FFF2-40B4-BE49-F238E27FC236}">
                <a16:creationId xmlns:a16="http://schemas.microsoft.com/office/drawing/2014/main" id="{6D07B61B-0746-401C-B185-DF787B4EB818}"/>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the canonical query word with its paraphrase using the same frozen OpenAD model, objects, views, and points.</a:t>
            </a:r>
          </a:p>
        </p:txBody>
      </p:sp>
      <p:sp>
        <p:nvSpPr>
          <p:cNvPr id="13" name="">
            <a:extLst xmlns:a="http://schemas.openxmlformats.org/drawingml/2006/main">
              <a:ext uri="{FF2B5EF4-FFF2-40B4-BE49-F238E27FC236}">
                <a16:creationId xmlns:a16="http://schemas.microsoft.com/office/drawing/2014/main" id="{A95FEAF9-DDCE-4600-BD0B-EF2243C47218}"/>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D703C87E-69AF-488A-8564-05A43CE5100E}"/>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E494DC26-591D-4015-BCA4-D68534001090}"/>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SCORE</a:t>
            </a:r>
          </a:p>
        </p:txBody>
      </p:sp>
      <p:sp>
        <p:nvSpPr>
          <p:cNvPr id="16" name="">
            <a:extLst xmlns:a="http://schemas.openxmlformats.org/drawingml/2006/main">
              <a:ext uri="{FF2B5EF4-FFF2-40B4-BE49-F238E27FC236}">
                <a16:creationId xmlns:a16="http://schemas.microsoft.com/office/drawing/2014/main" id="{BD7B56E2-3BAA-4F13-93FC-D581D9FEF7AC}"/>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on partial views. Also report per-action IoU, the 19-class score, AUC, and false alarms.</a:t>
            </a:r>
          </a:p>
        </p:txBody>
      </p:sp>
      <p:sp>
        <p:nvSpPr>
          <p:cNvPr id="17" name="">
            <a:extLst xmlns:a="http://schemas.openxmlformats.org/drawingml/2006/main">
              <a:ext uri="{FF2B5EF4-FFF2-40B4-BE49-F238E27FC236}">
                <a16:creationId xmlns:a16="http://schemas.microsoft.com/office/drawing/2014/main" id="{A9C848E6-6648-4CCC-87D4-E7E75BCE0317}"/>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7429EA55-0C23-440A-B131-BE3F14A18389}"/>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8A12ED07-735D-4A57-A46E-4D04C5F0D311}"/>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DECIDE</a:t>
            </a:r>
          </a:p>
        </p:txBody>
      </p:sp>
      <p:sp>
        <p:nvSpPr>
          <p:cNvPr id="20" name="">
            <a:extLst xmlns:a="http://schemas.openxmlformats.org/drawingml/2006/main">
              <a:ext uri="{FF2B5EF4-FFF2-40B4-BE49-F238E27FC236}">
                <a16:creationId xmlns:a16="http://schemas.microsoft.com/office/drawing/2014/main" id="{4AD25664-E3C0-42E8-8EAB-6441CCA5D617}"/>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Bootstrap paired differences by object. Support the hypothesis only if mean IoU rises and the 95% interval excludes zero.</a:t>
            </a:r>
          </a:p>
        </p:txBody>
      </p:sp>
      <p:sp>
        <p:nvSpPr>
          <p:cNvPr id="21" name="">
            <a:extLst xmlns:a="http://schemas.openxmlformats.org/drawingml/2006/main">
              <a:ext uri="{FF2B5EF4-FFF2-40B4-BE49-F238E27FC236}">
                <a16:creationId xmlns:a16="http://schemas.microsoft.com/office/drawing/2014/main" id="{F2963EF9-03E4-41D1-AE18-EE831EADB692}"/>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Full shapes are a control. If the validation set is reused, label the run exploratory.</a:t>
            </a:r>
          </a:p>
        </p:txBody>
      </p:sp>
    </p:spTree>
    <p:extLst>
      <p:ext uri="{BB962C8B-B14F-4D97-AF65-F5344CB8AC3E}">
        <p14:creationId xmlns:p14="http://schemas.microsoft.com/office/powerpoint/2010/main" val="1873058917"/>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81DA40-BBAA-421F-97A8-24DE5683C49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65DC8B7-F11B-4309-9444-313EB917680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808FB3CD-AC17-4639-8E61-0F809524BB7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5BC05F-28DC-43D2-B25B-553157017C0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11</a:t>
            </a:r>
          </a:p>
        </p:txBody>
      </p:sp>
      <p:sp>
        <p:nvSpPr>
          <p:cNvPr id="5" name="">
            <a:extLst xmlns:a="http://schemas.openxmlformats.org/drawingml/2006/main">
              <a:ext uri="{FF2B5EF4-FFF2-40B4-BE49-F238E27FC236}">
                <a16:creationId xmlns:a16="http://schemas.microsoft.com/office/drawing/2014/main" id="{15DF5BAE-419B-440E-A3A5-8EA8989F8B3B}"/>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48127772-0BDA-4F43-9BAC-2CA12C80DB4C}"/>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676B3230-20C5-456F-9F0C-09FED6EFEE9B}"/>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BD46FEED-2316-4651-9AC8-53B5E7FAE15E}"/>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7E76CE68-0231-4BB5-A8F2-4347CED0E66D}"/>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50319FB2-27AA-4519-BB5F-F3C973633CB3}"/>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AA4D7D2C-04BA-4A45-A24B-F1A2D96BBD9E}"/>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B3F81122-9E63-4780-B5BF-E29463505799}"/>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5A57A9D3-8B89-48F8-BFE7-B1A348668257}"/>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968C3EA8-0C29-45A1-A9EF-C7685CE137A9}"/>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57A18D6-263E-4E51-9971-1C4F0AA4488F}"/>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3EB9FAFC-B0C6-4426-BF31-61C9C0BB9CD5}"/>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9DBD083F-055F-41B2-9C2B-370108FDF93C}"/>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49439ACA-FECC-4BC1-8D12-EC000E56F43B}"/>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FD87C138-E937-4221-B3BB-DA530546C6AE}"/>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CE1A41B3-2FAA-489A-A0FC-CCE043DFEEFF}"/>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team7_T14_proposal.pdf</a:t>
            </a:r>
          </a:p>
        </p:txBody>
      </p:sp>
    </p:spTree>
    <p:extLst>
      <p:ext uri="{BB962C8B-B14F-4D97-AF65-F5344CB8AC3E}">
        <p14:creationId xmlns:p14="http://schemas.microsoft.com/office/powerpoint/2010/main" val="9748180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2026-10-13T04:25:05.3760000Z</dcterms:created>
  <dcterms:modified xsi:type="dcterms:W3CDTF">2026-10-13T04:25:05.3760000Z</dcterms:modified>
</coreProperties>
</file>